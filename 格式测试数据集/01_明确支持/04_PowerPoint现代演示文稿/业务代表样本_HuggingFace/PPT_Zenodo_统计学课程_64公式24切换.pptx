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3" r:id="rId1"/>
  </p:sldMasterIdLst>
  <p:notesMasterIdLst>
    <p:notesMasterId r:id="rId18"/>
  </p:notesMasterIdLst>
  <p:sldIdLst>
    <p:sldId id="256" r:id="rId2"/>
    <p:sldId id="276" r:id="rId3"/>
    <p:sldId id="277" r:id="rId4"/>
    <p:sldId id="258" r:id="rId5"/>
    <p:sldId id="261" r:id="rId6"/>
    <p:sldId id="263" r:id="rId7"/>
    <p:sldId id="259" r:id="rId8"/>
    <p:sldId id="260" r:id="rId9"/>
    <p:sldId id="266" r:id="rId10"/>
    <p:sldId id="270" r:id="rId11"/>
    <p:sldId id="269" r:id="rId12"/>
    <p:sldId id="262" r:id="rId13"/>
    <p:sldId id="271" r:id="rId14"/>
    <p:sldId id="272" r:id="rId15"/>
    <p:sldId id="264" r:id="rId16"/>
    <p:sldId id="265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7ED2C3A-EA0C-4713-9ECB-A38AF9C60624}">
  <a:tblStyle styleId="{37ED2C3A-EA0C-4713-9ECB-A38AF9C606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2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15" y="-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1" name="Google Shape;2471;gd37530a5a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2" name="Google Shape;2472;gd37530a5a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7183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0" name="Google Shape;2500;g99f2f57a71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1" name="Google Shape;2501;g99f2f57a71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3" name="Google Shape;2583;gd37530a5a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4" name="Google Shape;2584;gd37530a5a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" name="Google Shape;2668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9" name="Google Shape;2669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8" name="Google Shape;2528;g99f2f57a71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9" name="Google Shape;2529;g99f2f57a71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3" name="Google Shape;2553;gd378f4f58b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4" name="Google Shape;2554;gd378f4f58b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2" name="Google Shape;2772;gd52e2dd53e_0_36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3" name="Google Shape;2773;gd52e2dd53e_0_36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2" name="Google Shape;2952;gbd6c00e73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3" name="Google Shape;2953;gbd6c00e730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5" name="Google Shape;2925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6" name="Google Shape;2926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8" name="Google Shape;2618;gd52e2dd53e_0_36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9" name="Google Shape;2619;gd52e2dd53e_0_36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6" name="Google Shape;2966;gd52e2dd53e_0_3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7" name="Google Shape;2967;gd52e2dd53e_0_3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2" name="Google Shape;3002;gbd6c00e730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3" name="Google Shape;3003;gbd6c00e730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3" name="Google Shape;2683;gbd6c00e730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4" name="Google Shape;2684;gbd6c00e730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1" name="Google Shape;2721;gbd6c00e730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2" name="Google Shape;2722;gbd6c00e730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7250" y="-63600"/>
            <a:ext cx="9178200" cy="5270700"/>
            <a:chOff x="-27250" y="-63600"/>
            <a:chExt cx="9178200" cy="5270700"/>
          </a:xfrm>
        </p:grpSpPr>
        <p:cxnSp>
          <p:nvCxnSpPr>
            <p:cNvPr id="10" name="Google Shape;10;p2"/>
            <p:cNvCxnSpPr/>
            <p:nvPr/>
          </p:nvCxnSpPr>
          <p:spPr>
            <a:xfrm>
              <a:off x="743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11;p2"/>
            <p:cNvCxnSpPr/>
            <p:nvPr/>
          </p:nvCxnSpPr>
          <p:spPr>
            <a:xfrm>
              <a:off x="913656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12;p2"/>
            <p:cNvCxnSpPr/>
            <p:nvPr/>
          </p:nvCxnSpPr>
          <p:spPr>
            <a:xfrm>
              <a:off x="234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>
              <a:off x="468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703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937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1172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406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2"/>
            <p:cNvCxnSpPr/>
            <p:nvPr/>
          </p:nvCxnSpPr>
          <p:spPr>
            <a:xfrm>
              <a:off x="1641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>
              <a:off x="1875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20;p2"/>
            <p:cNvCxnSpPr/>
            <p:nvPr/>
          </p:nvCxnSpPr>
          <p:spPr>
            <a:xfrm>
              <a:off x="2110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21;p2"/>
            <p:cNvCxnSpPr/>
            <p:nvPr/>
          </p:nvCxnSpPr>
          <p:spPr>
            <a:xfrm>
              <a:off x="2344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22;p2"/>
            <p:cNvCxnSpPr/>
            <p:nvPr/>
          </p:nvCxnSpPr>
          <p:spPr>
            <a:xfrm>
              <a:off x="2579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23;p2"/>
            <p:cNvCxnSpPr/>
            <p:nvPr/>
          </p:nvCxnSpPr>
          <p:spPr>
            <a:xfrm>
              <a:off x="2813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Google Shape;24;p2"/>
            <p:cNvCxnSpPr/>
            <p:nvPr/>
          </p:nvCxnSpPr>
          <p:spPr>
            <a:xfrm>
              <a:off x="3048000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Google Shape;25;p2"/>
            <p:cNvCxnSpPr/>
            <p:nvPr/>
          </p:nvCxnSpPr>
          <p:spPr>
            <a:xfrm>
              <a:off x="3282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26;p2"/>
            <p:cNvCxnSpPr/>
            <p:nvPr/>
          </p:nvCxnSpPr>
          <p:spPr>
            <a:xfrm>
              <a:off x="3516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27;p2"/>
            <p:cNvCxnSpPr/>
            <p:nvPr/>
          </p:nvCxnSpPr>
          <p:spPr>
            <a:xfrm>
              <a:off x="3751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28;p2"/>
            <p:cNvCxnSpPr/>
            <p:nvPr/>
          </p:nvCxnSpPr>
          <p:spPr>
            <a:xfrm>
              <a:off x="3985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2"/>
            <p:cNvCxnSpPr/>
            <p:nvPr/>
          </p:nvCxnSpPr>
          <p:spPr>
            <a:xfrm>
              <a:off x="4220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2"/>
            <p:cNvCxnSpPr/>
            <p:nvPr/>
          </p:nvCxnSpPr>
          <p:spPr>
            <a:xfrm>
              <a:off x="4454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2"/>
            <p:cNvCxnSpPr/>
            <p:nvPr/>
          </p:nvCxnSpPr>
          <p:spPr>
            <a:xfrm>
              <a:off x="4689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2"/>
            <p:cNvCxnSpPr/>
            <p:nvPr/>
          </p:nvCxnSpPr>
          <p:spPr>
            <a:xfrm>
              <a:off x="4923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2"/>
            <p:cNvCxnSpPr/>
            <p:nvPr/>
          </p:nvCxnSpPr>
          <p:spPr>
            <a:xfrm>
              <a:off x="5158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2"/>
            <p:cNvCxnSpPr/>
            <p:nvPr/>
          </p:nvCxnSpPr>
          <p:spPr>
            <a:xfrm>
              <a:off x="5392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2"/>
            <p:cNvCxnSpPr/>
            <p:nvPr/>
          </p:nvCxnSpPr>
          <p:spPr>
            <a:xfrm>
              <a:off x="5627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2"/>
            <p:cNvCxnSpPr/>
            <p:nvPr/>
          </p:nvCxnSpPr>
          <p:spPr>
            <a:xfrm>
              <a:off x="5861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2"/>
            <p:cNvCxnSpPr/>
            <p:nvPr/>
          </p:nvCxnSpPr>
          <p:spPr>
            <a:xfrm>
              <a:off x="6096000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Google Shape;38;p2"/>
            <p:cNvCxnSpPr/>
            <p:nvPr/>
          </p:nvCxnSpPr>
          <p:spPr>
            <a:xfrm>
              <a:off x="6330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" name="Google Shape;39;p2"/>
            <p:cNvCxnSpPr/>
            <p:nvPr/>
          </p:nvCxnSpPr>
          <p:spPr>
            <a:xfrm>
              <a:off x="6564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" name="Google Shape;40;p2"/>
            <p:cNvCxnSpPr/>
            <p:nvPr/>
          </p:nvCxnSpPr>
          <p:spPr>
            <a:xfrm>
              <a:off x="6799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" name="Google Shape;41;p2"/>
            <p:cNvCxnSpPr/>
            <p:nvPr/>
          </p:nvCxnSpPr>
          <p:spPr>
            <a:xfrm>
              <a:off x="7033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" name="Google Shape;42;p2"/>
            <p:cNvCxnSpPr/>
            <p:nvPr/>
          </p:nvCxnSpPr>
          <p:spPr>
            <a:xfrm>
              <a:off x="7268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" name="Google Shape;43;p2"/>
            <p:cNvCxnSpPr/>
            <p:nvPr/>
          </p:nvCxnSpPr>
          <p:spPr>
            <a:xfrm>
              <a:off x="7502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" name="Google Shape;44;p2"/>
            <p:cNvCxnSpPr/>
            <p:nvPr/>
          </p:nvCxnSpPr>
          <p:spPr>
            <a:xfrm>
              <a:off x="7737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2"/>
            <p:cNvCxnSpPr/>
            <p:nvPr/>
          </p:nvCxnSpPr>
          <p:spPr>
            <a:xfrm>
              <a:off x="7971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" name="Google Shape;46;p2"/>
            <p:cNvCxnSpPr/>
            <p:nvPr/>
          </p:nvCxnSpPr>
          <p:spPr>
            <a:xfrm>
              <a:off x="8206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" name="Google Shape;47;p2"/>
            <p:cNvCxnSpPr/>
            <p:nvPr/>
          </p:nvCxnSpPr>
          <p:spPr>
            <a:xfrm>
              <a:off x="8440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" name="Google Shape;48;p2"/>
            <p:cNvCxnSpPr/>
            <p:nvPr/>
          </p:nvCxnSpPr>
          <p:spPr>
            <a:xfrm>
              <a:off x="8675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" name="Google Shape;49;p2"/>
            <p:cNvCxnSpPr/>
            <p:nvPr/>
          </p:nvCxnSpPr>
          <p:spPr>
            <a:xfrm>
              <a:off x="8909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0" name="Google Shape;50;p2"/>
            <p:cNvGrpSpPr/>
            <p:nvPr/>
          </p:nvGrpSpPr>
          <p:grpSpPr>
            <a:xfrm>
              <a:off x="-27250" y="7433"/>
              <a:ext cx="9178200" cy="5128634"/>
              <a:chOff x="-27250" y="7433"/>
              <a:chExt cx="9178200" cy="5128634"/>
            </a:xfrm>
          </p:grpSpPr>
          <p:cxnSp>
            <p:nvCxnSpPr>
              <p:cNvPr id="51" name="Google Shape;51;p2"/>
              <p:cNvCxnSpPr/>
              <p:nvPr/>
            </p:nvCxnSpPr>
            <p:spPr>
              <a:xfrm>
                <a:off x="-27250" y="743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" name="Google Shape;52;p2"/>
              <p:cNvCxnSpPr/>
              <p:nvPr/>
            </p:nvCxnSpPr>
            <p:spPr>
              <a:xfrm>
                <a:off x="-27250" y="513606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" name="Google Shape;53;p2"/>
              <p:cNvCxnSpPr/>
              <p:nvPr/>
            </p:nvCxnSpPr>
            <p:spPr>
              <a:xfrm>
                <a:off x="-27250" y="270711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" name="Google Shape;54;p2"/>
              <p:cNvCxnSpPr/>
              <p:nvPr/>
            </p:nvCxnSpPr>
            <p:spPr>
              <a:xfrm>
                <a:off x="-27250" y="541421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" name="Google Shape;55;p2"/>
              <p:cNvCxnSpPr/>
              <p:nvPr/>
            </p:nvCxnSpPr>
            <p:spPr>
              <a:xfrm>
                <a:off x="-27250" y="812132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" name="Google Shape;56;p2"/>
              <p:cNvCxnSpPr/>
              <p:nvPr/>
            </p:nvCxnSpPr>
            <p:spPr>
              <a:xfrm>
                <a:off x="-27250" y="1082842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2"/>
              <p:cNvCxnSpPr/>
              <p:nvPr/>
            </p:nvCxnSpPr>
            <p:spPr>
              <a:xfrm>
                <a:off x="-27250" y="135355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2"/>
              <p:cNvCxnSpPr/>
              <p:nvPr/>
            </p:nvCxnSpPr>
            <p:spPr>
              <a:xfrm>
                <a:off x="-27250" y="162426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2"/>
              <p:cNvCxnSpPr/>
              <p:nvPr/>
            </p:nvCxnSpPr>
            <p:spPr>
              <a:xfrm>
                <a:off x="-27250" y="1894974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2"/>
              <p:cNvCxnSpPr/>
              <p:nvPr/>
            </p:nvCxnSpPr>
            <p:spPr>
              <a:xfrm>
                <a:off x="-27250" y="2165684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" name="Google Shape;61;p2"/>
              <p:cNvCxnSpPr/>
              <p:nvPr/>
            </p:nvCxnSpPr>
            <p:spPr>
              <a:xfrm>
                <a:off x="-27250" y="2436395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" name="Google Shape;62;p2"/>
              <p:cNvCxnSpPr/>
              <p:nvPr/>
            </p:nvCxnSpPr>
            <p:spPr>
              <a:xfrm>
                <a:off x="-27250" y="2707105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" name="Google Shape;63;p2"/>
              <p:cNvCxnSpPr/>
              <p:nvPr/>
            </p:nvCxnSpPr>
            <p:spPr>
              <a:xfrm>
                <a:off x="-27250" y="2977816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" name="Google Shape;64;p2"/>
              <p:cNvCxnSpPr/>
              <p:nvPr/>
            </p:nvCxnSpPr>
            <p:spPr>
              <a:xfrm>
                <a:off x="-27250" y="3248526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" name="Google Shape;65;p2"/>
              <p:cNvCxnSpPr/>
              <p:nvPr/>
            </p:nvCxnSpPr>
            <p:spPr>
              <a:xfrm>
                <a:off x="-27250" y="351923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" name="Google Shape;66;p2"/>
              <p:cNvCxnSpPr/>
              <p:nvPr/>
            </p:nvCxnSpPr>
            <p:spPr>
              <a:xfrm>
                <a:off x="-27250" y="378994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" name="Google Shape;67;p2"/>
              <p:cNvCxnSpPr/>
              <p:nvPr/>
            </p:nvCxnSpPr>
            <p:spPr>
              <a:xfrm>
                <a:off x="-27250" y="4060658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" name="Google Shape;68;p2"/>
              <p:cNvCxnSpPr/>
              <p:nvPr/>
            </p:nvCxnSpPr>
            <p:spPr>
              <a:xfrm>
                <a:off x="-27250" y="4331368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" name="Google Shape;69;p2"/>
              <p:cNvCxnSpPr/>
              <p:nvPr/>
            </p:nvCxnSpPr>
            <p:spPr>
              <a:xfrm>
                <a:off x="-27250" y="4602079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" name="Google Shape;70;p2"/>
              <p:cNvCxnSpPr/>
              <p:nvPr/>
            </p:nvCxnSpPr>
            <p:spPr>
              <a:xfrm>
                <a:off x="-27250" y="4872789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71" name="Google Shape;71;p2"/>
          <p:cNvSpPr/>
          <p:nvPr/>
        </p:nvSpPr>
        <p:spPr>
          <a:xfrm>
            <a:off x="249000" y="282450"/>
            <a:ext cx="8646300" cy="457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" name="Google Shape;72;p2"/>
          <p:cNvGrpSpPr/>
          <p:nvPr/>
        </p:nvGrpSpPr>
        <p:grpSpPr>
          <a:xfrm>
            <a:off x="512550" y="529925"/>
            <a:ext cx="8130600" cy="4187400"/>
            <a:chOff x="512550" y="529925"/>
            <a:chExt cx="8130600" cy="4187400"/>
          </a:xfrm>
        </p:grpSpPr>
        <p:grpSp>
          <p:nvGrpSpPr>
            <p:cNvPr id="73" name="Google Shape;73;p2"/>
            <p:cNvGrpSpPr/>
            <p:nvPr/>
          </p:nvGrpSpPr>
          <p:grpSpPr>
            <a:xfrm>
              <a:off x="512550" y="529925"/>
              <a:ext cx="8130600" cy="4187400"/>
              <a:chOff x="512550" y="529925"/>
              <a:chExt cx="8130600" cy="4187400"/>
            </a:xfrm>
          </p:grpSpPr>
          <p:grpSp>
            <p:nvGrpSpPr>
              <p:cNvPr id="74" name="Google Shape;74;p2"/>
              <p:cNvGrpSpPr/>
              <p:nvPr/>
            </p:nvGrpSpPr>
            <p:grpSpPr>
              <a:xfrm>
                <a:off x="512550" y="529925"/>
                <a:ext cx="8130600" cy="4187400"/>
                <a:chOff x="512550" y="529925"/>
                <a:chExt cx="8130600" cy="4187400"/>
              </a:xfrm>
            </p:grpSpPr>
            <p:sp>
              <p:nvSpPr>
                <p:cNvPr id="75" name="Google Shape;75;p2"/>
                <p:cNvSpPr/>
                <p:nvPr/>
              </p:nvSpPr>
              <p:spPr>
                <a:xfrm>
                  <a:off x="512550" y="529925"/>
                  <a:ext cx="8130600" cy="418740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76" name="Google Shape;76;p2"/>
                <p:cNvCxnSpPr/>
                <p:nvPr/>
              </p:nvCxnSpPr>
              <p:spPr>
                <a:xfrm>
                  <a:off x="524425" y="1029828"/>
                  <a:ext cx="81186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77" name="Google Shape;77;p2"/>
              <p:cNvSpPr/>
              <p:nvPr/>
            </p:nvSpPr>
            <p:spPr>
              <a:xfrm>
                <a:off x="7110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8634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10158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80" name="Google Shape;80;p2"/>
            <p:cNvCxnSpPr/>
            <p:nvPr/>
          </p:nvCxnSpPr>
          <p:spPr>
            <a:xfrm>
              <a:off x="524425" y="4522222"/>
              <a:ext cx="81186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1" name="Google Shape;81;p2"/>
          <p:cNvSpPr txBox="1">
            <a:spLocks noGrp="1"/>
          </p:cNvSpPr>
          <p:nvPr>
            <p:ph type="ctrTitle"/>
          </p:nvPr>
        </p:nvSpPr>
        <p:spPr>
          <a:xfrm>
            <a:off x="643550" y="1416376"/>
            <a:ext cx="5411100" cy="19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2"/>
          <p:cNvSpPr txBox="1">
            <a:spLocks noGrp="1"/>
          </p:cNvSpPr>
          <p:nvPr>
            <p:ph type="subTitle" idx="1"/>
          </p:nvPr>
        </p:nvSpPr>
        <p:spPr>
          <a:xfrm>
            <a:off x="643550" y="3356624"/>
            <a:ext cx="3859500" cy="370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3"/>
          <p:cNvGrpSpPr/>
          <p:nvPr/>
        </p:nvGrpSpPr>
        <p:grpSpPr>
          <a:xfrm>
            <a:off x="-27250" y="-63600"/>
            <a:ext cx="9178200" cy="5270700"/>
            <a:chOff x="-27250" y="-63600"/>
            <a:chExt cx="9178200" cy="5270700"/>
          </a:xfrm>
        </p:grpSpPr>
        <p:cxnSp>
          <p:nvCxnSpPr>
            <p:cNvPr id="85" name="Google Shape;85;p3"/>
            <p:cNvCxnSpPr/>
            <p:nvPr/>
          </p:nvCxnSpPr>
          <p:spPr>
            <a:xfrm>
              <a:off x="743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" name="Google Shape;86;p3"/>
            <p:cNvCxnSpPr/>
            <p:nvPr/>
          </p:nvCxnSpPr>
          <p:spPr>
            <a:xfrm>
              <a:off x="913656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" name="Google Shape;87;p3"/>
            <p:cNvCxnSpPr/>
            <p:nvPr/>
          </p:nvCxnSpPr>
          <p:spPr>
            <a:xfrm>
              <a:off x="234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" name="Google Shape;88;p3"/>
            <p:cNvCxnSpPr/>
            <p:nvPr/>
          </p:nvCxnSpPr>
          <p:spPr>
            <a:xfrm>
              <a:off x="468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" name="Google Shape;89;p3"/>
            <p:cNvCxnSpPr/>
            <p:nvPr/>
          </p:nvCxnSpPr>
          <p:spPr>
            <a:xfrm>
              <a:off x="703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937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172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1406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1641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1875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2110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2344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2579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2813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3048000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3282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3516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3751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3985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4220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4454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4689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4923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" name="Google Shape;108;p3"/>
            <p:cNvCxnSpPr/>
            <p:nvPr/>
          </p:nvCxnSpPr>
          <p:spPr>
            <a:xfrm>
              <a:off x="5158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3"/>
            <p:cNvCxnSpPr/>
            <p:nvPr/>
          </p:nvCxnSpPr>
          <p:spPr>
            <a:xfrm>
              <a:off x="5392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3"/>
            <p:cNvCxnSpPr/>
            <p:nvPr/>
          </p:nvCxnSpPr>
          <p:spPr>
            <a:xfrm>
              <a:off x="5627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" name="Google Shape;111;p3"/>
            <p:cNvCxnSpPr/>
            <p:nvPr/>
          </p:nvCxnSpPr>
          <p:spPr>
            <a:xfrm>
              <a:off x="5861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" name="Google Shape;112;p3"/>
            <p:cNvCxnSpPr/>
            <p:nvPr/>
          </p:nvCxnSpPr>
          <p:spPr>
            <a:xfrm>
              <a:off x="6096000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" name="Google Shape;113;p3"/>
            <p:cNvCxnSpPr/>
            <p:nvPr/>
          </p:nvCxnSpPr>
          <p:spPr>
            <a:xfrm>
              <a:off x="6330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" name="Google Shape;114;p3"/>
            <p:cNvCxnSpPr/>
            <p:nvPr/>
          </p:nvCxnSpPr>
          <p:spPr>
            <a:xfrm>
              <a:off x="6564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" name="Google Shape;115;p3"/>
            <p:cNvCxnSpPr/>
            <p:nvPr/>
          </p:nvCxnSpPr>
          <p:spPr>
            <a:xfrm>
              <a:off x="6799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" name="Google Shape;116;p3"/>
            <p:cNvCxnSpPr/>
            <p:nvPr/>
          </p:nvCxnSpPr>
          <p:spPr>
            <a:xfrm>
              <a:off x="7033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" name="Google Shape;117;p3"/>
            <p:cNvCxnSpPr/>
            <p:nvPr/>
          </p:nvCxnSpPr>
          <p:spPr>
            <a:xfrm>
              <a:off x="7268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" name="Google Shape;118;p3"/>
            <p:cNvCxnSpPr/>
            <p:nvPr/>
          </p:nvCxnSpPr>
          <p:spPr>
            <a:xfrm>
              <a:off x="7502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" name="Google Shape;119;p3"/>
            <p:cNvCxnSpPr/>
            <p:nvPr/>
          </p:nvCxnSpPr>
          <p:spPr>
            <a:xfrm>
              <a:off x="7737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" name="Google Shape;120;p3"/>
            <p:cNvCxnSpPr/>
            <p:nvPr/>
          </p:nvCxnSpPr>
          <p:spPr>
            <a:xfrm>
              <a:off x="7971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" name="Google Shape;121;p3"/>
            <p:cNvCxnSpPr/>
            <p:nvPr/>
          </p:nvCxnSpPr>
          <p:spPr>
            <a:xfrm>
              <a:off x="8206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" name="Google Shape;122;p3"/>
            <p:cNvCxnSpPr/>
            <p:nvPr/>
          </p:nvCxnSpPr>
          <p:spPr>
            <a:xfrm>
              <a:off x="8440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" name="Google Shape;123;p3"/>
            <p:cNvCxnSpPr/>
            <p:nvPr/>
          </p:nvCxnSpPr>
          <p:spPr>
            <a:xfrm>
              <a:off x="8675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4" name="Google Shape;124;p3"/>
            <p:cNvCxnSpPr/>
            <p:nvPr/>
          </p:nvCxnSpPr>
          <p:spPr>
            <a:xfrm>
              <a:off x="8909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25" name="Google Shape;125;p3"/>
            <p:cNvGrpSpPr/>
            <p:nvPr/>
          </p:nvGrpSpPr>
          <p:grpSpPr>
            <a:xfrm>
              <a:off x="-27250" y="7433"/>
              <a:ext cx="9178200" cy="5128634"/>
              <a:chOff x="-27250" y="7433"/>
              <a:chExt cx="9178200" cy="5128634"/>
            </a:xfrm>
          </p:grpSpPr>
          <p:cxnSp>
            <p:nvCxnSpPr>
              <p:cNvPr id="126" name="Google Shape;126;p3"/>
              <p:cNvCxnSpPr/>
              <p:nvPr/>
            </p:nvCxnSpPr>
            <p:spPr>
              <a:xfrm>
                <a:off x="-27250" y="743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7" name="Google Shape;127;p3"/>
              <p:cNvCxnSpPr/>
              <p:nvPr/>
            </p:nvCxnSpPr>
            <p:spPr>
              <a:xfrm>
                <a:off x="-27250" y="513606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8" name="Google Shape;128;p3"/>
              <p:cNvCxnSpPr/>
              <p:nvPr/>
            </p:nvCxnSpPr>
            <p:spPr>
              <a:xfrm>
                <a:off x="-27250" y="270711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9" name="Google Shape;129;p3"/>
              <p:cNvCxnSpPr/>
              <p:nvPr/>
            </p:nvCxnSpPr>
            <p:spPr>
              <a:xfrm>
                <a:off x="-27250" y="541421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" name="Google Shape;130;p3"/>
              <p:cNvCxnSpPr/>
              <p:nvPr/>
            </p:nvCxnSpPr>
            <p:spPr>
              <a:xfrm>
                <a:off x="-27250" y="812132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" name="Google Shape;131;p3"/>
              <p:cNvCxnSpPr/>
              <p:nvPr/>
            </p:nvCxnSpPr>
            <p:spPr>
              <a:xfrm>
                <a:off x="-27250" y="1082842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" name="Google Shape;132;p3"/>
              <p:cNvCxnSpPr/>
              <p:nvPr/>
            </p:nvCxnSpPr>
            <p:spPr>
              <a:xfrm>
                <a:off x="-27250" y="135355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" name="Google Shape;133;p3"/>
              <p:cNvCxnSpPr/>
              <p:nvPr/>
            </p:nvCxnSpPr>
            <p:spPr>
              <a:xfrm>
                <a:off x="-27250" y="162426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" name="Google Shape;134;p3"/>
              <p:cNvCxnSpPr/>
              <p:nvPr/>
            </p:nvCxnSpPr>
            <p:spPr>
              <a:xfrm>
                <a:off x="-27250" y="1894974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" name="Google Shape;135;p3"/>
              <p:cNvCxnSpPr/>
              <p:nvPr/>
            </p:nvCxnSpPr>
            <p:spPr>
              <a:xfrm>
                <a:off x="-27250" y="2165684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" name="Google Shape;136;p3"/>
              <p:cNvCxnSpPr/>
              <p:nvPr/>
            </p:nvCxnSpPr>
            <p:spPr>
              <a:xfrm>
                <a:off x="-27250" y="2436395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" name="Google Shape;137;p3"/>
              <p:cNvCxnSpPr/>
              <p:nvPr/>
            </p:nvCxnSpPr>
            <p:spPr>
              <a:xfrm>
                <a:off x="-27250" y="2707105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8" name="Google Shape;138;p3"/>
              <p:cNvCxnSpPr/>
              <p:nvPr/>
            </p:nvCxnSpPr>
            <p:spPr>
              <a:xfrm>
                <a:off x="-27250" y="2977816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" name="Google Shape;139;p3"/>
              <p:cNvCxnSpPr/>
              <p:nvPr/>
            </p:nvCxnSpPr>
            <p:spPr>
              <a:xfrm>
                <a:off x="-27250" y="3248526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" name="Google Shape;140;p3"/>
              <p:cNvCxnSpPr/>
              <p:nvPr/>
            </p:nvCxnSpPr>
            <p:spPr>
              <a:xfrm>
                <a:off x="-27250" y="351923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" name="Google Shape;141;p3"/>
              <p:cNvCxnSpPr/>
              <p:nvPr/>
            </p:nvCxnSpPr>
            <p:spPr>
              <a:xfrm>
                <a:off x="-27250" y="378994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" name="Google Shape;142;p3"/>
              <p:cNvCxnSpPr/>
              <p:nvPr/>
            </p:nvCxnSpPr>
            <p:spPr>
              <a:xfrm>
                <a:off x="-27250" y="4060658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" name="Google Shape;143;p3"/>
              <p:cNvCxnSpPr/>
              <p:nvPr/>
            </p:nvCxnSpPr>
            <p:spPr>
              <a:xfrm>
                <a:off x="-27250" y="4331368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4" name="Google Shape;144;p3"/>
              <p:cNvCxnSpPr/>
              <p:nvPr/>
            </p:nvCxnSpPr>
            <p:spPr>
              <a:xfrm>
                <a:off x="-27250" y="4602079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5" name="Google Shape;145;p3"/>
              <p:cNvCxnSpPr/>
              <p:nvPr/>
            </p:nvCxnSpPr>
            <p:spPr>
              <a:xfrm>
                <a:off x="-27250" y="4872789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46" name="Google Shape;146;p3"/>
          <p:cNvSpPr/>
          <p:nvPr/>
        </p:nvSpPr>
        <p:spPr>
          <a:xfrm>
            <a:off x="249000" y="282450"/>
            <a:ext cx="8646300" cy="457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7" name="Google Shape;147;p3"/>
          <p:cNvGrpSpPr/>
          <p:nvPr/>
        </p:nvGrpSpPr>
        <p:grpSpPr>
          <a:xfrm>
            <a:off x="512550" y="529925"/>
            <a:ext cx="8130600" cy="4187400"/>
            <a:chOff x="512550" y="529925"/>
            <a:chExt cx="8130600" cy="4187400"/>
          </a:xfrm>
        </p:grpSpPr>
        <p:grpSp>
          <p:nvGrpSpPr>
            <p:cNvPr id="148" name="Google Shape;148;p3"/>
            <p:cNvGrpSpPr/>
            <p:nvPr/>
          </p:nvGrpSpPr>
          <p:grpSpPr>
            <a:xfrm>
              <a:off x="512550" y="529925"/>
              <a:ext cx="8130600" cy="4187400"/>
              <a:chOff x="512550" y="529925"/>
              <a:chExt cx="8130600" cy="4187400"/>
            </a:xfrm>
          </p:grpSpPr>
          <p:grpSp>
            <p:nvGrpSpPr>
              <p:cNvPr id="149" name="Google Shape;149;p3"/>
              <p:cNvGrpSpPr/>
              <p:nvPr/>
            </p:nvGrpSpPr>
            <p:grpSpPr>
              <a:xfrm>
                <a:off x="512550" y="529925"/>
                <a:ext cx="8130600" cy="4187400"/>
                <a:chOff x="512550" y="529925"/>
                <a:chExt cx="8130600" cy="4187400"/>
              </a:xfrm>
            </p:grpSpPr>
            <p:sp>
              <p:nvSpPr>
                <p:cNvPr id="150" name="Google Shape;150;p3"/>
                <p:cNvSpPr/>
                <p:nvPr/>
              </p:nvSpPr>
              <p:spPr>
                <a:xfrm>
                  <a:off x="512550" y="529925"/>
                  <a:ext cx="8130600" cy="418740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51" name="Google Shape;151;p3"/>
                <p:cNvCxnSpPr/>
                <p:nvPr/>
              </p:nvCxnSpPr>
              <p:spPr>
                <a:xfrm>
                  <a:off x="524425" y="1029828"/>
                  <a:ext cx="81186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52" name="Google Shape;152;p3"/>
              <p:cNvSpPr/>
              <p:nvPr/>
            </p:nvSpPr>
            <p:spPr>
              <a:xfrm>
                <a:off x="7110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3"/>
              <p:cNvSpPr/>
              <p:nvPr/>
            </p:nvSpPr>
            <p:spPr>
              <a:xfrm>
                <a:off x="8634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3"/>
              <p:cNvSpPr/>
              <p:nvPr/>
            </p:nvSpPr>
            <p:spPr>
              <a:xfrm>
                <a:off x="10158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5" name="Google Shape;155;p3"/>
            <p:cNvCxnSpPr/>
            <p:nvPr/>
          </p:nvCxnSpPr>
          <p:spPr>
            <a:xfrm>
              <a:off x="524425" y="4522222"/>
              <a:ext cx="81186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6" name="Google Shape;156;p3"/>
          <p:cNvSpPr txBox="1">
            <a:spLocks noGrp="1"/>
          </p:cNvSpPr>
          <p:nvPr>
            <p:ph type="title"/>
          </p:nvPr>
        </p:nvSpPr>
        <p:spPr>
          <a:xfrm>
            <a:off x="3094679" y="2492704"/>
            <a:ext cx="4955700" cy="104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7" name="Google Shape;157;p3"/>
          <p:cNvSpPr txBox="1">
            <a:spLocks noGrp="1"/>
          </p:cNvSpPr>
          <p:nvPr>
            <p:ph type="title" idx="2" hasCustomPrompt="1"/>
          </p:nvPr>
        </p:nvSpPr>
        <p:spPr>
          <a:xfrm>
            <a:off x="1037582" y="540575"/>
            <a:ext cx="2778000" cy="17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8" name="Google Shape;158;p3"/>
          <p:cNvSpPr txBox="1">
            <a:spLocks noGrp="1"/>
          </p:cNvSpPr>
          <p:nvPr>
            <p:ph type="subTitle" idx="1"/>
          </p:nvPr>
        </p:nvSpPr>
        <p:spPr>
          <a:xfrm>
            <a:off x="4105829" y="3541500"/>
            <a:ext cx="2933400" cy="7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5"/>
          <p:cNvGrpSpPr/>
          <p:nvPr/>
        </p:nvGrpSpPr>
        <p:grpSpPr>
          <a:xfrm>
            <a:off x="-27250" y="-63600"/>
            <a:ext cx="9178200" cy="5270700"/>
            <a:chOff x="-27250" y="-63600"/>
            <a:chExt cx="9178200" cy="5270700"/>
          </a:xfrm>
        </p:grpSpPr>
        <p:cxnSp>
          <p:nvCxnSpPr>
            <p:cNvPr id="236" name="Google Shape;236;p5"/>
            <p:cNvCxnSpPr/>
            <p:nvPr/>
          </p:nvCxnSpPr>
          <p:spPr>
            <a:xfrm>
              <a:off x="743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913656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8" name="Google Shape;238;p5"/>
            <p:cNvCxnSpPr/>
            <p:nvPr/>
          </p:nvCxnSpPr>
          <p:spPr>
            <a:xfrm>
              <a:off x="234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9" name="Google Shape;239;p5"/>
            <p:cNvCxnSpPr/>
            <p:nvPr/>
          </p:nvCxnSpPr>
          <p:spPr>
            <a:xfrm>
              <a:off x="468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" name="Google Shape;240;p5"/>
            <p:cNvCxnSpPr/>
            <p:nvPr/>
          </p:nvCxnSpPr>
          <p:spPr>
            <a:xfrm>
              <a:off x="703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1" name="Google Shape;241;p5"/>
            <p:cNvCxnSpPr/>
            <p:nvPr/>
          </p:nvCxnSpPr>
          <p:spPr>
            <a:xfrm>
              <a:off x="937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2" name="Google Shape;242;p5"/>
            <p:cNvCxnSpPr/>
            <p:nvPr/>
          </p:nvCxnSpPr>
          <p:spPr>
            <a:xfrm>
              <a:off x="1172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3" name="Google Shape;243;p5"/>
            <p:cNvCxnSpPr/>
            <p:nvPr/>
          </p:nvCxnSpPr>
          <p:spPr>
            <a:xfrm>
              <a:off x="1406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" name="Google Shape;244;p5"/>
            <p:cNvCxnSpPr/>
            <p:nvPr/>
          </p:nvCxnSpPr>
          <p:spPr>
            <a:xfrm>
              <a:off x="1641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5"/>
            <p:cNvCxnSpPr/>
            <p:nvPr/>
          </p:nvCxnSpPr>
          <p:spPr>
            <a:xfrm>
              <a:off x="1875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5"/>
            <p:cNvCxnSpPr/>
            <p:nvPr/>
          </p:nvCxnSpPr>
          <p:spPr>
            <a:xfrm>
              <a:off x="2110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7" name="Google Shape;247;p5"/>
            <p:cNvCxnSpPr/>
            <p:nvPr/>
          </p:nvCxnSpPr>
          <p:spPr>
            <a:xfrm>
              <a:off x="2344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8" name="Google Shape;248;p5"/>
            <p:cNvCxnSpPr/>
            <p:nvPr/>
          </p:nvCxnSpPr>
          <p:spPr>
            <a:xfrm>
              <a:off x="2579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" name="Google Shape;249;p5"/>
            <p:cNvCxnSpPr/>
            <p:nvPr/>
          </p:nvCxnSpPr>
          <p:spPr>
            <a:xfrm>
              <a:off x="2813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" name="Google Shape;250;p5"/>
            <p:cNvCxnSpPr/>
            <p:nvPr/>
          </p:nvCxnSpPr>
          <p:spPr>
            <a:xfrm>
              <a:off x="3048000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1" name="Google Shape;251;p5"/>
            <p:cNvCxnSpPr/>
            <p:nvPr/>
          </p:nvCxnSpPr>
          <p:spPr>
            <a:xfrm>
              <a:off x="3282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2" name="Google Shape;252;p5"/>
            <p:cNvCxnSpPr/>
            <p:nvPr/>
          </p:nvCxnSpPr>
          <p:spPr>
            <a:xfrm>
              <a:off x="3516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3" name="Google Shape;253;p5"/>
            <p:cNvCxnSpPr/>
            <p:nvPr/>
          </p:nvCxnSpPr>
          <p:spPr>
            <a:xfrm>
              <a:off x="3751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4" name="Google Shape;254;p5"/>
            <p:cNvCxnSpPr/>
            <p:nvPr/>
          </p:nvCxnSpPr>
          <p:spPr>
            <a:xfrm>
              <a:off x="3985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5" name="Google Shape;255;p5"/>
            <p:cNvCxnSpPr/>
            <p:nvPr/>
          </p:nvCxnSpPr>
          <p:spPr>
            <a:xfrm>
              <a:off x="4220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6" name="Google Shape;256;p5"/>
            <p:cNvCxnSpPr/>
            <p:nvPr/>
          </p:nvCxnSpPr>
          <p:spPr>
            <a:xfrm>
              <a:off x="4454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7" name="Google Shape;257;p5"/>
            <p:cNvCxnSpPr/>
            <p:nvPr/>
          </p:nvCxnSpPr>
          <p:spPr>
            <a:xfrm>
              <a:off x="4689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" name="Google Shape;258;p5"/>
            <p:cNvCxnSpPr/>
            <p:nvPr/>
          </p:nvCxnSpPr>
          <p:spPr>
            <a:xfrm>
              <a:off x="4923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9" name="Google Shape;259;p5"/>
            <p:cNvCxnSpPr/>
            <p:nvPr/>
          </p:nvCxnSpPr>
          <p:spPr>
            <a:xfrm>
              <a:off x="5158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0" name="Google Shape;260;p5"/>
            <p:cNvCxnSpPr/>
            <p:nvPr/>
          </p:nvCxnSpPr>
          <p:spPr>
            <a:xfrm>
              <a:off x="5392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1" name="Google Shape;261;p5"/>
            <p:cNvCxnSpPr/>
            <p:nvPr/>
          </p:nvCxnSpPr>
          <p:spPr>
            <a:xfrm>
              <a:off x="5627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2" name="Google Shape;262;p5"/>
            <p:cNvCxnSpPr/>
            <p:nvPr/>
          </p:nvCxnSpPr>
          <p:spPr>
            <a:xfrm>
              <a:off x="5861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3" name="Google Shape;263;p5"/>
            <p:cNvCxnSpPr/>
            <p:nvPr/>
          </p:nvCxnSpPr>
          <p:spPr>
            <a:xfrm>
              <a:off x="6096000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4" name="Google Shape;264;p5"/>
            <p:cNvCxnSpPr/>
            <p:nvPr/>
          </p:nvCxnSpPr>
          <p:spPr>
            <a:xfrm>
              <a:off x="6330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5" name="Google Shape;265;p5"/>
            <p:cNvCxnSpPr/>
            <p:nvPr/>
          </p:nvCxnSpPr>
          <p:spPr>
            <a:xfrm>
              <a:off x="6564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6" name="Google Shape;266;p5"/>
            <p:cNvCxnSpPr/>
            <p:nvPr/>
          </p:nvCxnSpPr>
          <p:spPr>
            <a:xfrm>
              <a:off x="6799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7" name="Google Shape;267;p5"/>
            <p:cNvCxnSpPr/>
            <p:nvPr/>
          </p:nvCxnSpPr>
          <p:spPr>
            <a:xfrm>
              <a:off x="7033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8" name="Google Shape;268;p5"/>
            <p:cNvCxnSpPr/>
            <p:nvPr/>
          </p:nvCxnSpPr>
          <p:spPr>
            <a:xfrm>
              <a:off x="7268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9" name="Google Shape;269;p5"/>
            <p:cNvCxnSpPr/>
            <p:nvPr/>
          </p:nvCxnSpPr>
          <p:spPr>
            <a:xfrm>
              <a:off x="7502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0" name="Google Shape;270;p5"/>
            <p:cNvCxnSpPr/>
            <p:nvPr/>
          </p:nvCxnSpPr>
          <p:spPr>
            <a:xfrm>
              <a:off x="7737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1" name="Google Shape;271;p5"/>
            <p:cNvCxnSpPr/>
            <p:nvPr/>
          </p:nvCxnSpPr>
          <p:spPr>
            <a:xfrm>
              <a:off x="7971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2" name="Google Shape;272;p5"/>
            <p:cNvCxnSpPr/>
            <p:nvPr/>
          </p:nvCxnSpPr>
          <p:spPr>
            <a:xfrm>
              <a:off x="8206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3" name="Google Shape;273;p5"/>
            <p:cNvCxnSpPr/>
            <p:nvPr/>
          </p:nvCxnSpPr>
          <p:spPr>
            <a:xfrm>
              <a:off x="8440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4" name="Google Shape;274;p5"/>
            <p:cNvCxnSpPr/>
            <p:nvPr/>
          </p:nvCxnSpPr>
          <p:spPr>
            <a:xfrm>
              <a:off x="8675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5" name="Google Shape;275;p5"/>
            <p:cNvCxnSpPr/>
            <p:nvPr/>
          </p:nvCxnSpPr>
          <p:spPr>
            <a:xfrm>
              <a:off x="8909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76" name="Google Shape;276;p5"/>
            <p:cNvGrpSpPr/>
            <p:nvPr/>
          </p:nvGrpSpPr>
          <p:grpSpPr>
            <a:xfrm>
              <a:off x="-27250" y="7433"/>
              <a:ext cx="9178200" cy="5128634"/>
              <a:chOff x="-27250" y="7433"/>
              <a:chExt cx="9178200" cy="5128634"/>
            </a:xfrm>
          </p:grpSpPr>
          <p:cxnSp>
            <p:nvCxnSpPr>
              <p:cNvPr id="277" name="Google Shape;277;p5"/>
              <p:cNvCxnSpPr/>
              <p:nvPr/>
            </p:nvCxnSpPr>
            <p:spPr>
              <a:xfrm>
                <a:off x="-27250" y="743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8" name="Google Shape;278;p5"/>
              <p:cNvCxnSpPr/>
              <p:nvPr/>
            </p:nvCxnSpPr>
            <p:spPr>
              <a:xfrm>
                <a:off x="-27250" y="513606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9" name="Google Shape;279;p5"/>
              <p:cNvCxnSpPr/>
              <p:nvPr/>
            </p:nvCxnSpPr>
            <p:spPr>
              <a:xfrm>
                <a:off x="-27250" y="270711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0" name="Google Shape;280;p5"/>
              <p:cNvCxnSpPr/>
              <p:nvPr/>
            </p:nvCxnSpPr>
            <p:spPr>
              <a:xfrm>
                <a:off x="-27250" y="541421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1" name="Google Shape;281;p5"/>
              <p:cNvCxnSpPr/>
              <p:nvPr/>
            </p:nvCxnSpPr>
            <p:spPr>
              <a:xfrm>
                <a:off x="-27250" y="812132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2" name="Google Shape;282;p5"/>
              <p:cNvCxnSpPr/>
              <p:nvPr/>
            </p:nvCxnSpPr>
            <p:spPr>
              <a:xfrm>
                <a:off x="-27250" y="1082842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3" name="Google Shape;283;p5"/>
              <p:cNvCxnSpPr/>
              <p:nvPr/>
            </p:nvCxnSpPr>
            <p:spPr>
              <a:xfrm>
                <a:off x="-27250" y="135355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4" name="Google Shape;284;p5"/>
              <p:cNvCxnSpPr/>
              <p:nvPr/>
            </p:nvCxnSpPr>
            <p:spPr>
              <a:xfrm>
                <a:off x="-27250" y="162426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5" name="Google Shape;285;p5"/>
              <p:cNvCxnSpPr/>
              <p:nvPr/>
            </p:nvCxnSpPr>
            <p:spPr>
              <a:xfrm>
                <a:off x="-27250" y="1894974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6" name="Google Shape;286;p5"/>
              <p:cNvCxnSpPr/>
              <p:nvPr/>
            </p:nvCxnSpPr>
            <p:spPr>
              <a:xfrm>
                <a:off x="-27250" y="2165684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" name="Google Shape;287;p5"/>
              <p:cNvCxnSpPr/>
              <p:nvPr/>
            </p:nvCxnSpPr>
            <p:spPr>
              <a:xfrm>
                <a:off x="-27250" y="2436395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8" name="Google Shape;288;p5"/>
              <p:cNvCxnSpPr/>
              <p:nvPr/>
            </p:nvCxnSpPr>
            <p:spPr>
              <a:xfrm>
                <a:off x="-27250" y="2707105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9" name="Google Shape;289;p5"/>
              <p:cNvCxnSpPr/>
              <p:nvPr/>
            </p:nvCxnSpPr>
            <p:spPr>
              <a:xfrm>
                <a:off x="-27250" y="2977816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0" name="Google Shape;290;p5"/>
              <p:cNvCxnSpPr/>
              <p:nvPr/>
            </p:nvCxnSpPr>
            <p:spPr>
              <a:xfrm>
                <a:off x="-27250" y="3248526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" name="Google Shape;291;p5"/>
              <p:cNvCxnSpPr/>
              <p:nvPr/>
            </p:nvCxnSpPr>
            <p:spPr>
              <a:xfrm>
                <a:off x="-27250" y="351923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2" name="Google Shape;292;p5"/>
              <p:cNvCxnSpPr/>
              <p:nvPr/>
            </p:nvCxnSpPr>
            <p:spPr>
              <a:xfrm>
                <a:off x="-27250" y="378994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3" name="Google Shape;293;p5"/>
              <p:cNvCxnSpPr/>
              <p:nvPr/>
            </p:nvCxnSpPr>
            <p:spPr>
              <a:xfrm>
                <a:off x="-27250" y="4060658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4" name="Google Shape;294;p5"/>
              <p:cNvCxnSpPr/>
              <p:nvPr/>
            </p:nvCxnSpPr>
            <p:spPr>
              <a:xfrm>
                <a:off x="-27250" y="4331368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5" name="Google Shape;295;p5"/>
              <p:cNvCxnSpPr/>
              <p:nvPr/>
            </p:nvCxnSpPr>
            <p:spPr>
              <a:xfrm>
                <a:off x="-27250" y="4602079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6" name="Google Shape;296;p5"/>
              <p:cNvCxnSpPr/>
              <p:nvPr/>
            </p:nvCxnSpPr>
            <p:spPr>
              <a:xfrm>
                <a:off x="-27250" y="4872789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97" name="Google Shape;297;p5"/>
          <p:cNvSpPr/>
          <p:nvPr/>
        </p:nvSpPr>
        <p:spPr>
          <a:xfrm>
            <a:off x="249000" y="282450"/>
            <a:ext cx="8646300" cy="457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8" name="Google Shape;298;p5"/>
          <p:cNvGrpSpPr/>
          <p:nvPr/>
        </p:nvGrpSpPr>
        <p:grpSpPr>
          <a:xfrm>
            <a:off x="512550" y="529925"/>
            <a:ext cx="8130600" cy="4187400"/>
            <a:chOff x="512550" y="529925"/>
            <a:chExt cx="8130600" cy="4187400"/>
          </a:xfrm>
        </p:grpSpPr>
        <p:grpSp>
          <p:nvGrpSpPr>
            <p:cNvPr id="299" name="Google Shape;299;p5"/>
            <p:cNvGrpSpPr/>
            <p:nvPr/>
          </p:nvGrpSpPr>
          <p:grpSpPr>
            <a:xfrm>
              <a:off x="512550" y="529925"/>
              <a:ext cx="8130600" cy="4187400"/>
              <a:chOff x="512550" y="529925"/>
              <a:chExt cx="8130600" cy="4187400"/>
            </a:xfrm>
          </p:grpSpPr>
          <p:grpSp>
            <p:nvGrpSpPr>
              <p:cNvPr id="300" name="Google Shape;300;p5"/>
              <p:cNvGrpSpPr/>
              <p:nvPr/>
            </p:nvGrpSpPr>
            <p:grpSpPr>
              <a:xfrm>
                <a:off x="512550" y="529925"/>
                <a:ext cx="8130600" cy="4187400"/>
                <a:chOff x="512550" y="529925"/>
                <a:chExt cx="8130600" cy="4187400"/>
              </a:xfrm>
            </p:grpSpPr>
            <p:sp>
              <p:nvSpPr>
                <p:cNvPr id="301" name="Google Shape;301;p5"/>
                <p:cNvSpPr/>
                <p:nvPr/>
              </p:nvSpPr>
              <p:spPr>
                <a:xfrm>
                  <a:off x="512550" y="529925"/>
                  <a:ext cx="8130600" cy="418740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02" name="Google Shape;302;p5"/>
                <p:cNvCxnSpPr/>
                <p:nvPr/>
              </p:nvCxnSpPr>
              <p:spPr>
                <a:xfrm>
                  <a:off x="524425" y="1029828"/>
                  <a:ext cx="81186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03" name="Google Shape;303;p5"/>
              <p:cNvSpPr/>
              <p:nvPr/>
            </p:nvSpPr>
            <p:spPr>
              <a:xfrm>
                <a:off x="7110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5"/>
              <p:cNvSpPr/>
              <p:nvPr/>
            </p:nvSpPr>
            <p:spPr>
              <a:xfrm>
                <a:off x="8634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5"/>
              <p:cNvSpPr/>
              <p:nvPr/>
            </p:nvSpPr>
            <p:spPr>
              <a:xfrm>
                <a:off x="10158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06" name="Google Shape;306;p5"/>
            <p:cNvCxnSpPr/>
            <p:nvPr/>
          </p:nvCxnSpPr>
          <p:spPr>
            <a:xfrm>
              <a:off x="524425" y="4522222"/>
              <a:ext cx="81186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07" name="Google Shape;307;p5"/>
          <p:cNvSpPr txBox="1">
            <a:spLocks noGrp="1"/>
          </p:cNvSpPr>
          <p:nvPr>
            <p:ph type="title"/>
          </p:nvPr>
        </p:nvSpPr>
        <p:spPr>
          <a:xfrm>
            <a:off x="1053725" y="445025"/>
            <a:ext cx="703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5"/>
          <p:cNvSpPr txBox="1">
            <a:spLocks noGrp="1"/>
          </p:cNvSpPr>
          <p:nvPr>
            <p:ph type="title" idx="2"/>
          </p:nvPr>
        </p:nvSpPr>
        <p:spPr>
          <a:xfrm>
            <a:off x="1218103" y="1963372"/>
            <a:ext cx="27426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5"/>
          <p:cNvSpPr txBox="1">
            <a:spLocks noGrp="1"/>
          </p:cNvSpPr>
          <p:nvPr>
            <p:ph type="title" idx="3"/>
          </p:nvPr>
        </p:nvSpPr>
        <p:spPr>
          <a:xfrm>
            <a:off x="5193328" y="1963372"/>
            <a:ext cx="27426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5"/>
          <p:cNvSpPr txBox="1">
            <a:spLocks noGrp="1"/>
          </p:cNvSpPr>
          <p:nvPr>
            <p:ph type="subTitle" idx="1"/>
          </p:nvPr>
        </p:nvSpPr>
        <p:spPr>
          <a:xfrm>
            <a:off x="5193375" y="2429400"/>
            <a:ext cx="27426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11" name="Google Shape;311;p5"/>
          <p:cNvSpPr txBox="1">
            <a:spLocks noGrp="1"/>
          </p:cNvSpPr>
          <p:nvPr>
            <p:ph type="subTitle" idx="4"/>
          </p:nvPr>
        </p:nvSpPr>
        <p:spPr>
          <a:xfrm>
            <a:off x="1218200" y="2429400"/>
            <a:ext cx="27426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dk2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" name="Google Shape;387;p7"/>
          <p:cNvGrpSpPr/>
          <p:nvPr/>
        </p:nvGrpSpPr>
        <p:grpSpPr>
          <a:xfrm>
            <a:off x="-27250" y="-63600"/>
            <a:ext cx="9178200" cy="5270700"/>
            <a:chOff x="-27250" y="-63600"/>
            <a:chExt cx="9178200" cy="5270700"/>
          </a:xfrm>
        </p:grpSpPr>
        <p:cxnSp>
          <p:nvCxnSpPr>
            <p:cNvPr id="388" name="Google Shape;388;p7"/>
            <p:cNvCxnSpPr/>
            <p:nvPr/>
          </p:nvCxnSpPr>
          <p:spPr>
            <a:xfrm>
              <a:off x="743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9" name="Google Shape;389;p7"/>
            <p:cNvCxnSpPr/>
            <p:nvPr/>
          </p:nvCxnSpPr>
          <p:spPr>
            <a:xfrm>
              <a:off x="913656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0" name="Google Shape;390;p7"/>
            <p:cNvCxnSpPr/>
            <p:nvPr/>
          </p:nvCxnSpPr>
          <p:spPr>
            <a:xfrm>
              <a:off x="234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1" name="Google Shape;391;p7"/>
            <p:cNvCxnSpPr/>
            <p:nvPr/>
          </p:nvCxnSpPr>
          <p:spPr>
            <a:xfrm>
              <a:off x="468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2" name="Google Shape;392;p7"/>
            <p:cNvCxnSpPr/>
            <p:nvPr/>
          </p:nvCxnSpPr>
          <p:spPr>
            <a:xfrm>
              <a:off x="703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3" name="Google Shape;393;p7"/>
            <p:cNvCxnSpPr/>
            <p:nvPr/>
          </p:nvCxnSpPr>
          <p:spPr>
            <a:xfrm>
              <a:off x="937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7"/>
            <p:cNvCxnSpPr/>
            <p:nvPr/>
          </p:nvCxnSpPr>
          <p:spPr>
            <a:xfrm>
              <a:off x="1172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5" name="Google Shape;395;p7"/>
            <p:cNvCxnSpPr/>
            <p:nvPr/>
          </p:nvCxnSpPr>
          <p:spPr>
            <a:xfrm>
              <a:off x="1406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6" name="Google Shape;396;p7"/>
            <p:cNvCxnSpPr/>
            <p:nvPr/>
          </p:nvCxnSpPr>
          <p:spPr>
            <a:xfrm>
              <a:off x="1641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7" name="Google Shape;397;p7"/>
            <p:cNvCxnSpPr/>
            <p:nvPr/>
          </p:nvCxnSpPr>
          <p:spPr>
            <a:xfrm>
              <a:off x="1875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8" name="Google Shape;398;p7"/>
            <p:cNvCxnSpPr/>
            <p:nvPr/>
          </p:nvCxnSpPr>
          <p:spPr>
            <a:xfrm>
              <a:off x="2110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9" name="Google Shape;399;p7"/>
            <p:cNvCxnSpPr/>
            <p:nvPr/>
          </p:nvCxnSpPr>
          <p:spPr>
            <a:xfrm>
              <a:off x="2344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0" name="Google Shape;400;p7"/>
            <p:cNvCxnSpPr/>
            <p:nvPr/>
          </p:nvCxnSpPr>
          <p:spPr>
            <a:xfrm>
              <a:off x="2579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1" name="Google Shape;401;p7"/>
            <p:cNvCxnSpPr/>
            <p:nvPr/>
          </p:nvCxnSpPr>
          <p:spPr>
            <a:xfrm>
              <a:off x="2813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2" name="Google Shape;402;p7"/>
            <p:cNvCxnSpPr/>
            <p:nvPr/>
          </p:nvCxnSpPr>
          <p:spPr>
            <a:xfrm>
              <a:off x="3048000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3" name="Google Shape;403;p7"/>
            <p:cNvCxnSpPr/>
            <p:nvPr/>
          </p:nvCxnSpPr>
          <p:spPr>
            <a:xfrm>
              <a:off x="3282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4" name="Google Shape;404;p7"/>
            <p:cNvCxnSpPr/>
            <p:nvPr/>
          </p:nvCxnSpPr>
          <p:spPr>
            <a:xfrm>
              <a:off x="3516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5" name="Google Shape;405;p7"/>
            <p:cNvCxnSpPr/>
            <p:nvPr/>
          </p:nvCxnSpPr>
          <p:spPr>
            <a:xfrm>
              <a:off x="3751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6" name="Google Shape;406;p7"/>
            <p:cNvCxnSpPr/>
            <p:nvPr/>
          </p:nvCxnSpPr>
          <p:spPr>
            <a:xfrm>
              <a:off x="3985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7" name="Google Shape;407;p7"/>
            <p:cNvCxnSpPr/>
            <p:nvPr/>
          </p:nvCxnSpPr>
          <p:spPr>
            <a:xfrm>
              <a:off x="4220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8" name="Google Shape;408;p7"/>
            <p:cNvCxnSpPr/>
            <p:nvPr/>
          </p:nvCxnSpPr>
          <p:spPr>
            <a:xfrm>
              <a:off x="4454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9" name="Google Shape;409;p7"/>
            <p:cNvCxnSpPr/>
            <p:nvPr/>
          </p:nvCxnSpPr>
          <p:spPr>
            <a:xfrm>
              <a:off x="4689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0" name="Google Shape;410;p7"/>
            <p:cNvCxnSpPr/>
            <p:nvPr/>
          </p:nvCxnSpPr>
          <p:spPr>
            <a:xfrm>
              <a:off x="4923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1" name="Google Shape;411;p7"/>
            <p:cNvCxnSpPr/>
            <p:nvPr/>
          </p:nvCxnSpPr>
          <p:spPr>
            <a:xfrm>
              <a:off x="5158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2" name="Google Shape;412;p7"/>
            <p:cNvCxnSpPr/>
            <p:nvPr/>
          </p:nvCxnSpPr>
          <p:spPr>
            <a:xfrm>
              <a:off x="5392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3" name="Google Shape;413;p7"/>
            <p:cNvCxnSpPr/>
            <p:nvPr/>
          </p:nvCxnSpPr>
          <p:spPr>
            <a:xfrm>
              <a:off x="5627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4" name="Google Shape;414;p7"/>
            <p:cNvCxnSpPr/>
            <p:nvPr/>
          </p:nvCxnSpPr>
          <p:spPr>
            <a:xfrm>
              <a:off x="5861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5" name="Google Shape;415;p7"/>
            <p:cNvCxnSpPr/>
            <p:nvPr/>
          </p:nvCxnSpPr>
          <p:spPr>
            <a:xfrm>
              <a:off x="6096000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6" name="Google Shape;416;p7"/>
            <p:cNvCxnSpPr/>
            <p:nvPr/>
          </p:nvCxnSpPr>
          <p:spPr>
            <a:xfrm>
              <a:off x="6330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7" name="Google Shape;417;p7"/>
            <p:cNvCxnSpPr/>
            <p:nvPr/>
          </p:nvCxnSpPr>
          <p:spPr>
            <a:xfrm>
              <a:off x="6564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8" name="Google Shape;418;p7"/>
            <p:cNvCxnSpPr/>
            <p:nvPr/>
          </p:nvCxnSpPr>
          <p:spPr>
            <a:xfrm>
              <a:off x="6799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9" name="Google Shape;419;p7"/>
            <p:cNvCxnSpPr/>
            <p:nvPr/>
          </p:nvCxnSpPr>
          <p:spPr>
            <a:xfrm>
              <a:off x="7033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0" name="Google Shape;420;p7"/>
            <p:cNvCxnSpPr/>
            <p:nvPr/>
          </p:nvCxnSpPr>
          <p:spPr>
            <a:xfrm>
              <a:off x="7268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1" name="Google Shape;421;p7"/>
            <p:cNvCxnSpPr/>
            <p:nvPr/>
          </p:nvCxnSpPr>
          <p:spPr>
            <a:xfrm>
              <a:off x="7502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2" name="Google Shape;422;p7"/>
            <p:cNvCxnSpPr/>
            <p:nvPr/>
          </p:nvCxnSpPr>
          <p:spPr>
            <a:xfrm>
              <a:off x="7737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3" name="Google Shape;423;p7"/>
            <p:cNvCxnSpPr/>
            <p:nvPr/>
          </p:nvCxnSpPr>
          <p:spPr>
            <a:xfrm>
              <a:off x="7971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4" name="Google Shape;424;p7"/>
            <p:cNvCxnSpPr/>
            <p:nvPr/>
          </p:nvCxnSpPr>
          <p:spPr>
            <a:xfrm>
              <a:off x="8206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5" name="Google Shape;425;p7"/>
            <p:cNvCxnSpPr/>
            <p:nvPr/>
          </p:nvCxnSpPr>
          <p:spPr>
            <a:xfrm>
              <a:off x="8440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6" name="Google Shape;426;p7"/>
            <p:cNvCxnSpPr/>
            <p:nvPr/>
          </p:nvCxnSpPr>
          <p:spPr>
            <a:xfrm>
              <a:off x="8675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7" name="Google Shape;427;p7"/>
            <p:cNvCxnSpPr/>
            <p:nvPr/>
          </p:nvCxnSpPr>
          <p:spPr>
            <a:xfrm>
              <a:off x="8909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28" name="Google Shape;428;p7"/>
            <p:cNvGrpSpPr/>
            <p:nvPr/>
          </p:nvGrpSpPr>
          <p:grpSpPr>
            <a:xfrm>
              <a:off x="-27250" y="7433"/>
              <a:ext cx="9178200" cy="5128634"/>
              <a:chOff x="-27250" y="7433"/>
              <a:chExt cx="9178200" cy="5128634"/>
            </a:xfrm>
          </p:grpSpPr>
          <p:cxnSp>
            <p:nvCxnSpPr>
              <p:cNvPr id="429" name="Google Shape;429;p7"/>
              <p:cNvCxnSpPr/>
              <p:nvPr/>
            </p:nvCxnSpPr>
            <p:spPr>
              <a:xfrm>
                <a:off x="-27250" y="743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0" name="Google Shape;430;p7"/>
              <p:cNvCxnSpPr/>
              <p:nvPr/>
            </p:nvCxnSpPr>
            <p:spPr>
              <a:xfrm>
                <a:off x="-27250" y="513606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1" name="Google Shape;431;p7"/>
              <p:cNvCxnSpPr/>
              <p:nvPr/>
            </p:nvCxnSpPr>
            <p:spPr>
              <a:xfrm>
                <a:off x="-27250" y="270711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2" name="Google Shape;432;p7"/>
              <p:cNvCxnSpPr/>
              <p:nvPr/>
            </p:nvCxnSpPr>
            <p:spPr>
              <a:xfrm>
                <a:off x="-27250" y="541421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3" name="Google Shape;433;p7"/>
              <p:cNvCxnSpPr/>
              <p:nvPr/>
            </p:nvCxnSpPr>
            <p:spPr>
              <a:xfrm>
                <a:off x="-27250" y="812132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4" name="Google Shape;434;p7"/>
              <p:cNvCxnSpPr/>
              <p:nvPr/>
            </p:nvCxnSpPr>
            <p:spPr>
              <a:xfrm>
                <a:off x="-27250" y="1082842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5" name="Google Shape;435;p7"/>
              <p:cNvCxnSpPr/>
              <p:nvPr/>
            </p:nvCxnSpPr>
            <p:spPr>
              <a:xfrm>
                <a:off x="-27250" y="135355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6" name="Google Shape;436;p7"/>
              <p:cNvCxnSpPr/>
              <p:nvPr/>
            </p:nvCxnSpPr>
            <p:spPr>
              <a:xfrm>
                <a:off x="-27250" y="162426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7" name="Google Shape;437;p7"/>
              <p:cNvCxnSpPr/>
              <p:nvPr/>
            </p:nvCxnSpPr>
            <p:spPr>
              <a:xfrm>
                <a:off x="-27250" y="1894974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8" name="Google Shape;438;p7"/>
              <p:cNvCxnSpPr/>
              <p:nvPr/>
            </p:nvCxnSpPr>
            <p:spPr>
              <a:xfrm>
                <a:off x="-27250" y="2165684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9" name="Google Shape;439;p7"/>
              <p:cNvCxnSpPr/>
              <p:nvPr/>
            </p:nvCxnSpPr>
            <p:spPr>
              <a:xfrm>
                <a:off x="-27250" y="2436395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0" name="Google Shape;440;p7"/>
              <p:cNvCxnSpPr/>
              <p:nvPr/>
            </p:nvCxnSpPr>
            <p:spPr>
              <a:xfrm>
                <a:off x="-27250" y="2707105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1" name="Google Shape;441;p7"/>
              <p:cNvCxnSpPr/>
              <p:nvPr/>
            </p:nvCxnSpPr>
            <p:spPr>
              <a:xfrm>
                <a:off x="-27250" y="2977816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2" name="Google Shape;442;p7"/>
              <p:cNvCxnSpPr/>
              <p:nvPr/>
            </p:nvCxnSpPr>
            <p:spPr>
              <a:xfrm>
                <a:off x="-27250" y="3248526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3" name="Google Shape;443;p7"/>
              <p:cNvCxnSpPr/>
              <p:nvPr/>
            </p:nvCxnSpPr>
            <p:spPr>
              <a:xfrm>
                <a:off x="-27250" y="351923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4" name="Google Shape;444;p7"/>
              <p:cNvCxnSpPr/>
              <p:nvPr/>
            </p:nvCxnSpPr>
            <p:spPr>
              <a:xfrm>
                <a:off x="-27250" y="378994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5" name="Google Shape;445;p7"/>
              <p:cNvCxnSpPr/>
              <p:nvPr/>
            </p:nvCxnSpPr>
            <p:spPr>
              <a:xfrm>
                <a:off x="-27250" y="4060658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6" name="Google Shape;446;p7"/>
              <p:cNvCxnSpPr/>
              <p:nvPr/>
            </p:nvCxnSpPr>
            <p:spPr>
              <a:xfrm>
                <a:off x="-27250" y="4331368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7" name="Google Shape;447;p7"/>
              <p:cNvCxnSpPr/>
              <p:nvPr/>
            </p:nvCxnSpPr>
            <p:spPr>
              <a:xfrm>
                <a:off x="-27250" y="4602079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8" name="Google Shape;448;p7"/>
              <p:cNvCxnSpPr/>
              <p:nvPr/>
            </p:nvCxnSpPr>
            <p:spPr>
              <a:xfrm>
                <a:off x="-27250" y="4872789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49" name="Google Shape;449;p7"/>
          <p:cNvSpPr/>
          <p:nvPr/>
        </p:nvSpPr>
        <p:spPr>
          <a:xfrm>
            <a:off x="249000" y="282450"/>
            <a:ext cx="8646300" cy="457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0" name="Google Shape;450;p7"/>
          <p:cNvGrpSpPr/>
          <p:nvPr/>
        </p:nvGrpSpPr>
        <p:grpSpPr>
          <a:xfrm>
            <a:off x="512550" y="529925"/>
            <a:ext cx="8130600" cy="4187400"/>
            <a:chOff x="512550" y="529925"/>
            <a:chExt cx="8130600" cy="4187400"/>
          </a:xfrm>
        </p:grpSpPr>
        <p:grpSp>
          <p:nvGrpSpPr>
            <p:cNvPr id="451" name="Google Shape;451;p7"/>
            <p:cNvGrpSpPr/>
            <p:nvPr/>
          </p:nvGrpSpPr>
          <p:grpSpPr>
            <a:xfrm>
              <a:off x="512550" y="529925"/>
              <a:ext cx="8130600" cy="4187400"/>
              <a:chOff x="512550" y="529925"/>
              <a:chExt cx="8130600" cy="4187400"/>
            </a:xfrm>
          </p:grpSpPr>
          <p:grpSp>
            <p:nvGrpSpPr>
              <p:cNvPr id="452" name="Google Shape;452;p7"/>
              <p:cNvGrpSpPr/>
              <p:nvPr/>
            </p:nvGrpSpPr>
            <p:grpSpPr>
              <a:xfrm>
                <a:off x="512550" y="529925"/>
                <a:ext cx="8130600" cy="4187400"/>
                <a:chOff x="512550" y="529925"/>
                <a:chExt cx="8130600" cy="4187400"/>
              </a:xfrm>
            </p:grpSpPr>
            <p:sp>
              <p:nvSpPr>
                <p:cNvPr id="453" name="Google Shape;453;p7"/>
                <p:cNvSpPr/>
                <p:nvPr/>
              </p:nvSpPr>
              <p:spPr>
                <a:xfrm>
                  <a:off x="512550" y="529925"/>
                  <a:ext cx="8130600" cy="418740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454" name="Google Shape;454;p7"/>
                <p:cNvCxnSpPr/>
                <p:nvPr/>
              </p:nvCxnSpPr>
              <p:spPr>
                <a:xfrm>
                  <a:off x="524425" y="1029828"/>
                  <a:ext cx="81186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455" name="Google Shape;455;p7"/>
              <p:cNvSpPr/>
              <p:nvPr/>
            </p:nvSpPr>
            <p:spPr>
              <a:xfrm>
                <a:off x="7110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7"/>
              <p:cNvSpPr/>
              <p:nvPr/>
            </p:nvSpPr>
            <p:spPr>
              <a:xfrm>
                <a:off x="8634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7"/>
              <p:cNvSpPr/>
              <p:nvPr/>
            </p:nvSpPr>
            <p:spPr>
              <a:xfrm>
                <a:off x="10158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58" name="Google Shape;458;p7"/>
            <p:cNvCxnSpPr/>
            <p:nvPr/>
          </p:nvCxnSpPr>
          <p:spPr>
            <a:xfrm>
              <a:off x="524425" y="4522222"/>
              <a:ext cx="81186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59" name="Google Shape;459;p7"/>
          <p:cNvSpPr txBox="1">
            <a:spLocks noGrp="1"/>
          </p:cNvSpPr>
          <p:nvPr>
            <p:ph type="title"/>
          </p:nvPr>
        </p:nvSpPr>
        <p:spPr>
          <a:xfrm>
            <a:off x="1104175" y="445025"/>
            <a:ext cx="694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60" name="Google Shape;460;p7"/>
          <p:cNvSpPr txBox="1">
            <a:spLocks noGrp="1"/>
          </p:cNvSpPr>
          <p:nvPr>
            <p:ph type="subTitle" idx="1"/>
          </p:nvPr>
        </p:nvSpPr>
        <p:spPr>
          <a:xfrm>
            <a:off x="1490925" y="1729275"/>
            <a:ext cx="49611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2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2" name="Google Shape;462;p8"/>
          <p:cNvGrpSpPr/>
          <p:nvPr/>
        </p:nvGrpSpPr>
        <p:grpSpPr>
          <a:xfrm>
            <a:off x="-27250" y="-63600"/>
            <a:ext cx="9178200" cy="5270700"/>
            <a:chOff x="-27250" y="-63600"/>
            <a:chExt cx="9178200" cy="5270700"/>
          </a:xfrm>
        </p:grpSpPr>
        <p:cxnSp>
          <p:nvCxnSpPr>
            <p:cNvPr id="463" name="Google Shape;463;p8"/>
            <p:cNvCxnSpPr/>
            <p:nvPr/>
          </p:nvCxnSpPr>
          <p:spPr>
            <a:xfrm>
              <a:off x="743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4" name="Google Shape;464;p8"/>
            <p:cNvCxnSpPr/>
            <p:nvPr/>
          </p:nvCxnSpPr>
          <p:spPr>
            <a:xfrm>
              <a:off x="913656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5" name="Google Shape;465;p8"/>
            <p:cNvCxnSpPr/>
            <p:nvPr/>
          </p:nvCxnSpPr>
          <p:spPr>
            <a:xfrm>
              <a:off x="234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6" name="Google Shape;466;p8"/>
            <p:cNvCxnSpPr/>
            <p:nvPr/>
          </p:nvCxnSpPr>
          <p:spPr>
            <a:xfrm>
              <a:off x="468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7" name="Google Shape;467;p8"/>
            <p:cNvCxnSpPr/>
            <p:nvPr/>
          </p:nvCxnSpPr>
          <p:spPr>
            <a:xfrm>
              <a:off x="703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8" name="Google Shape;468;p8"/>
            <p:cNvCxnSpPr/>
            <p:nvPr/>
          </p:nvCxnSpPr>
          <p:spPr>
            <a:xfrm>
              <a:off x="937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9" name="Google Shape;469;p8"/>
            <p:cNvCxnSpPr/>
            <p:nvPr/>
          </p:nvCxnSpPr>
          <p:spPr>
            <a:xfrm>
              <a:off x="1172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0" name="Google Shape;470;p8"/>
            <p:cNvCxnSpPr/>
            <p:nvPr/>
          </p:nvCxnSpPr>
          <p:spPr>
            <a:xfrm>
              <a:off x="1406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1" name="Google Shape;471;p8"/>
            <p:cNvCxnSpPr/>
            <p:nvPr/>
          </p:nvCxnSpPr>
          <p:spPr>
            <a:xfrm>
              <a:off x="1641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2" name="Google Shape;472;p8"/>
            <p:cNvCxnSpPr/>
            <p:nvPr/>
          </p:nvCxnSpPr>
          <p:spPr>
            <a:xfrm>
              <a:off x="1875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3" name="Google Shape;473;p8"/>
            <p:cNvCxnSpPr/>
            <p:nvPr/>
          </p:nvCxnSpPr>
          <p:spPr>
            <a:xfrm>
              <a:off x="2110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4" name="Google Shape;474;p8"/>
            <p:cNvCxnSpPr/>
            <p:nvPr/>
          </p:nvCxnSpPr>
          <p:spPr>
            <a:xfrm>
              <a:off x="2344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5" name="Google Shape;475;p8"/>
            <p:cNvCxnSpPr/>
            <p:nvPr/>
          </p:nvCxnSpPr>
          <p:spPr>
            <a:xfrm>
              <a:off x="2579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6" name="Google Shape;476;p8"/>
            <p:cNvCxnSpPr/>
            <p:nvPr/>
          </p:nvCxnSpPr>
          <p:spPr>
            <a:xfrm>
              <a:off x="2813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7" name="Google Shape;477;p8"/>
            <p:cNvCxnSpPr/>
            <p:nvPr/>
          </p:nvCxnSpPr>
          <p:spPr>
            <a:xfrm>
              <a:off x="3048000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8" name="Google Shape;478;p8"/>
            <p:cNvCxnSpPr/>
            <p:nvPr/>
          </p:nvCxnSpPr>
          <p:spPr>
            <a:xfrm>
              <a:off x="3282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9" name="Google Shape;479;p8"/>
            <p:cNvCxnSpPr/>
            <p:nvPr/>
          </p:nvCxnSpPr>
          <p:spPr>
            <a:xfrm>
              <a:off x="3516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0" name="Google Shape;480;p8"/>
            <p:cNvCxnSpPr/>
            <p:nvPr/>
          </p:nvCxnSpPr>
          <p:spPr>
            <a:xfrm>
              <a:off x="3751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1" name="Google Shape;481;p8"/>
            <p:cNvCxnSpPr/>
            <p:nvPr/>
          </p:nvCxnSpPr>
          <p:spPr>
            <a:xfrm>
              <a:off x="3985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2" name="Google Shape;482;p8"/>
            <p:cNvCxnSpPr/>
            <p:nvPr/>
          </p:nvCxnSpPr>
          <p:spPr>
            <a:xfrm>
              <a:off x="4220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3" name="Google Shape;483;p8"/>
            <p:cNvCxnSpPr/>
            <p:nvPr/>
          </p:nvCxnSpPr>
          <p:spPr>
            <a:xfrm>
              <a:off x="4454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4" name="Google Shape;484;p8"/>
            <p:cNvCxnSpPr/>
            <p:nvPr/>
          </p:nvCxnSpPr>
          <p:spPr>
            <a:xfrm>
              <a:off x="4689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5" name="Google Shape;485;p8"/>
            <p:cNvCxnSpPr/>
            <p:nvPr/>
          </p:nvCxnSpPr>
          <p:spPr>
            <a:xfrm>
              <a:off x="4923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6" name="Google Shape;486;p8"/>
            <p:cNvCxnSpPr/>
            <p:nvPr/>
          </p:nvCxnSpPr>
          <p:spPr>
            <a:xfrm>
              <a:off x="5158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7" name="Google Shape;487;p8"/>
            <p:cNvCxnSpPr/>
            <p:nvPr/>
          </p:nvCxnSpPr>
          <p:spPr>
            <a:xfrm>
              <a:off x="5392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8" name="Google Shape;488;p8"/>
            <p:cNvCxnSpPr/>
            <p:nvPr/>
          </p:nvCxnSpPr>
          <p:spPr>
            <a:xfrm>
              <a:off x="5627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9" name="Google Shape;489;p8"/>
            <p:cNvCxnSpPr/>
            <p:nvPr/>
          </p:nvCxnSpPr>
          <p:spPr>
            <a:xfrm>
              <a:off x="5861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0" name="Google Shape;490;p8"/>
            <p:cNvCxnSpPr/>
            <p:nvPr/>
          </p:nvCxnSpPr>
          <p:spPr>
            <a:xfrm>
              <a:off x="6096000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1" name="Google Shape;491;p8"/>
            <p:cNvCxnSpPr/>
            <p:nvPr/>
          </p:nvCxnSpPr>
          <p:spPr>
            <a:xfrm>
              <a:off x="6330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2" name="Google Shape;492;p8"/>
            <p:cNvCxnSpPr/>
            <p:nvPr/>
          </p:nvCxnSpPr>
          <p:spPr>
            <a:xfrm>
              <a:off x="6564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3" name="Google Shape;493;p8"/>
            <p:cNvCxnSpPr/>
            <p:nvPr/>
          </p:nvCxnSpPr>
          <p:spPr>
            <a:xfrm>
              <a:off x="6799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4" name="Google Shape;494;p8"/>
            <p:cNvCxnSpPr/>
            <p:nvPr/>
          </p:nvCxnSpPr>
          <p:spPr>
            <a:xfrm>
              <a:off x="7033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5" name="Google Shape;495;p8"/>
            <p:cNvCxnSpPr/>
            <p:nvPr/>
          </p:nvCxnSpPr>
          <p:spPr>
            <a:xfrm>
              <a:off x="7268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6" name="Google Shape;496;p8"/>
            <p:cNvCxnSpPr/>
            <p:nvPr/>
          </p:nvCxnSpPr>
          <p:spPr>
            <a:xfrm>
              <a:off x="7502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7" name="Google Shape;497;p8"/>
            <p:cNvCxnSpPr/>
            <p:nvPr/>
          </p:nvCxnSpPr>
          <p:spPr>
            <a:xfrm>
              <a:off x="7737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8" name="Google Shape;498;p8"/>
            <p:cNvCxnSpPr/>
            <p:nvPr/>
          </p:nvCxnSpPr>
          <p:spPr>
            <a:xfrm>
              <a:off x="7971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9" name="Google Shape;499;p8"/>
            <p:cNvCxnSpPr/>
            <p:nvPr/>
          </p:nvCxnSpPr>
          <p:spPr>
            <a:xfrm>
              <a:off x="8206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0" name="Google Shape;500;p8"/>
            <p:cNvCxnSpPr/>
            <p:nvPr/>
          </p:nvCxnSpPr>
          <p:spPr>
            <a:xfrm>
              <a:off x="8440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1" name="Google Shape;501;p8"/>
            <p:cNvCxnSpPr/>
            <p:nvPr/>
          </p:nvCxnSpPr>
          <p:spPr>
            <a:xfrm>
              <a:off x="8675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2" name="Google Shape;502;p8"/>
            <p:cNvCxnSpPr/>
            <p:nvPr/>
          </p:nvCxnSpPr>
          <p:spPr>
            <a:xfrm>
              <a:off x="8909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03" name="Google Shape;503;p8"/>
            <p:cNvGrpSpPr/>
            <p:nvPr/>
          </p:nvGrpSpPr>
          <p:grpSpPr>
            <a:xfrm>
              <a:off x="-27250" y="7433"/>
              <a:ext cx="9178200" cy="5128634"/>
              <a:chOff x="-27250" y="7433"/>
              <a:chExt cx="9178200" cy="5128634"/>
            </a:xfrm>
          </p:grpSpPr>
          <p:cxnSp>
            <p:nvCxnSpPr>
              <p:cNvPr id="504" name="Google Shape;504;p8"/>
              <p:cNvCxnSpPr/>
              <p:nvPr/>
            </p:nvCxnSpPr>
            <p:spPr>
              <a:xfrm>
                <a:off x="-27250" y="743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5" name="Google Shape;505;p8"/>
              <p:cNvCxnSpPr/>
              <p:nvPr/>
            </p:nvCxnSpPr>
            <p:spPr>
              <a:xfrm>
                <a:off x="-27250" y="513606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6" name="Google Shape;506;p8"/>
              <p:cNvCxnSpPr/>
              <p:nvPr/>
            </p:nvCxnSpPr>
            <p:spPr>
              <a:xfrm>
                <a:off x="-27250" y="270711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7" name="Google Shape;507;p8"/>
              <p:cNvCxnSpPr/>
              <p:nvPr/>
            </p:nvCxnSpPr>
            <p:spPr>
              <a:xfrm>
                <a:off x="-27250" y="541421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8" name="Google Shape;508;p8"/>
              <p:cNvCxnSpPr/>
              <p:nvPr/>
            </p:nvCxnSpPr>
            <p:spPr>
              <a:xfrm>
                <a:off x="-27250" y="812132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9" name="Google Shape;509;p8"/>
              <p:cNvCxnSpPr/>
              <p:nvPr/>
            </p:nvCxnSpPr>
            <p:spPr>
              <a:xfrm>
                <a:off x="-27250" y="1082842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0" name="Google Shape;510;p8"/>
              <p:cNvCxnSpPr/>
              <p:nvPr/>
            </p:nvCxnSpPr>
            <p:spPr>
              <a:xfrm>
                <a:off x="-27250" y="135355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1" name="Google Shape;511;p8"/>
              <p:cNvCxnSpPr/>
              <p:nvPr/>
            </p:nvCxnSpPr>
            <p:spPr>
              <a:xfrm>
                <a:off x="-27250" y="162426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2" name="Google Shape;512;p8"/>
              <p:cNvCxnSpPr/>
              <p:nvPr/>
            </p:nvCxnSpPr>
            <p:spPr>
              <a:xfrm>
                <a:off x="-27250" y="1894974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3" name="Google Shape;513;p8"/>
              <p:cNvCxnSpPr/>
              <p:nvPr/>
            </p:nvCxnSpPr>
            <p:spPr>
              <a:xfrm>
                <a:off x="-27250" y="2165684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4" name="Google Shape;514;p8"/>
              <p:cNvCxnSpPr/>
              <p:nvPr/>
            </p:nvCxnSpPr>
            <p:spPr>
              <a:xfrm>
                <a:off x="-27250" y="2436395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5" name="Google Shape;515;p8"/>
              <p:cNvCxnSpPr/>
              <p:nvPr/>
            </p:nvCxnSpPr>
            <p:spPr>
              <a:xfrm>
                <a:off x="-27250" y="2707105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6" name="Google Shape;516;p8"/>
              <p:cNvCxnSpPr/>
              <p:nvPr/>
            </p:nvCxnSpPr>
            <p:spPr>
              <a:xfrm>
                <a:off x="-27250" y="2977816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7" name="Google Shape;517;p8"/>
              <p:cNvCxnSpPr/>
              <p:nvPr/>
            </p:nvCxnSpPr>
            <p:spPr>
              <a:xfrm>
                <a:off x="-27250" y="3248526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8" name="Google Shape;518;p8"/>
              <p:cNvCxnSpPr/>
              <p:nvPr/>
            </p:nvCxnSpPr>
            <p:spPr>
              <a:xfrm>
                <a:off x="-27250" y="351923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9" name="Google Shape;519;p8"/>
              <p:cNvCxnSpPr/>
              <p:nvPr/>
            </p:nvCxnSpPr>
            <p:spPr>
              <a:xfrm>
                <a:off x="-27250" y="378994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0" name="Google Shape;520;p8"/>
              <p:cNvCxnSpPr/>
              <p:nvPr/>
            </p:nvCxnSpPr>
            <p:spPr>
              <a:xfrm>
                <a:off x="-27250" y="4060658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1" name="Google Shape;521;p8"/>
              <p:cNvCxnSpPr/>
              <p:nvPr/>
            </p:nvCxnSpPr>
            <p:spPr>
              <a:xfrm>
                <a:off x="-27250" y="4331368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2" name="Google Shape;522;p8"/>
              <p:cNvCxnSpPr/>
              <p:nvPr/>
            </p:nvCxnSpPr>
            <p:spPr>
              <a:xfrm>
                <a:off x="-27250" y="4602079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3" name="Google Shape;523;p8"/>
              <p:cNvCxnSpPr/>
              <p:nvPr/>
            </p:nvCxnSpPr>
            <p:spPr>
              <a:xfrm>
                <a:off x="-27250" y="4872789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24" name="Google Shape;524;p8"/>
          <p:cNvSpPr/>
          <p:nvPr/>
        </p:nvSpPr>
        <p:spPr>
          <a:xfrm>
            <a:off x="249000" y="282450"/>
            <a:ext cx="8646300" cy="457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5" name="Google Shape;525;p8"/>
          <p:cNvGrpSpPr/>
          <p:nvPr/>
        </p:nvGrpSpPr>
        <p:grpSpPr>
          <a:xfrm>
            <a:off x="512550" y="529925"/>
            <a:ext cx="8130600" cy="4187400"/>
            <a:chOff x="512550" y="529925"/>
            <a:chExt cx="8130600" cy="4187400"/>
          </a:xfrm>
        </p:grpSpPr>
        <p:grpSp>
          <p:nvGrpSpPr>
            <p:cNvPr id="526" name="Google Shape;526;p8"/>
            <p:cNvGrpSpPr/>
            <p:nvPr/>
          </p:nvGrpSpPr>
          <p:grpSpPr>
            <a:xfrm>
              <a:off x="512550" y="529925"/>
              <a:ext cx="8130600" cy="4187400"/>
              <a:chOff x="512550" y="529925"/>
              <a:chExt cx="8130600" cy="4187400"/>
            </a:xfrm>
          </p:grpSpPr>
          <p:grpSp>
            <p:nvGrpSpPr>
              <p:cNvPr id="527" name="Google Shape;527;p8"/>
              <p:cNvGrpSpPr/>
              <p:nvPr/>
            </p:nvGrpSpPr>
            <p:grpSpPr>
              <a:xfrm>
                <a:off x="512550" y="529925"/>
                <a:ext cx="8130600" cy="4187400"/>
                <a:chOff x="512550" y="529925"/>
                <a:chExt cx="8130600" cy="4187400"/>
              </a:xfrm>
            </p:grpSpPr>
            <p:sp>
              <p:nvSpPr>
                <p:cNvPr id="528" name="Google Shape;528;p8"/>
                <p:cNvSpPr/>
                <p:nvPr/>
              </p:nvSpPr>
              <p:spPr>
                <a:xfrm>
                  <a:off x="512550" y="529925"/>
                  <a:ext cx="8130600" cy="418740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529" name="Google Shape;529;p8"/>
                <p:cNvCxnSpPr/>
                <p:nvPr/>
              </p:nvCxnSpPr>
              <p:spPr>
                <a:xfrm>
                  <a:off x="524425" y="1029828"/>
                  <a:ext cx="81186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30" name="Google Shape;530;p8"/>
              <p:cNvSpPr/>
              <p:nvPr/>
            </p:nvSpPr>
            <p:spPr>
              <a:xfrm>
                <a:off x="7110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8"/>
              <p:cNvSpPr/>
              <p:nvPr/>
            </p:nvSpPr>
            <p:spPr>
              <a:xfrm>
                <a:off x="8634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8"/>
              <p:cNvSpPr/>
              <p:nvPr/>
            </p:nvSpPr>
            <p:spPr>
              <a:xfrm>
                <a:off x="10158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33" name="Google Shape;533;p8"/>
            <p:cNvCxnSpPr/>
            <p:nvPr/>
          </p:nvCxnSpPr>
          <p:spPr>
            <a:xfrm>
              <a:off x="524425" y="4522222"/>
              <a:ext cx="81186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34" name="Google Shape;534;p8"/>
          <p:cNvSpPr txBox="1">
            <a:spLocks noGrp="1"/>
          </p:cNvSpPr>
          <p:nvPr>
            <p:ph type="title"/>
          </p:nvPr>
        </p:nvSpPr>
        <p:spPr>
          <a:xfrm>
            <a:off x="904725" y="1352550"/>
            <a:ext cx="7334400" cy="28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6" name="Google Shape;536;p9"/>
          <p:cNvGrpSpPr/>
          <p:nvPr/>
        </p:nvGrpSpPr>
        <p:grpSpPr>
          <a:xfrm>
            <a:off x="-27250" y="-63600"/>
            <a:ext cx="9178200" cy="5270700"/>
            <a:chOff x="-27250" y="-63600"/>
            <a:chExt cx="9178200" cy="5270700"/>
          </a:xfrm>
        </p:grpSpPr>
        <p:cxnSp>
          <p:nvCxnSpPr>
            <p:cNvPr id="537" name="Google Shape;537;p9"/>
            <p:cNvCxnSpPr/>
            <p:nvPr/>
          </p:nvCxnSpPr>
          <p:spPr>
            <a:xfrm>
              <a:off x="743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8" name="Google Shape;538;p9"/>
            <p:cNvCxnSpPr/>
            <p:nvPr/>
          </p:nvCxnSpPr>
          <p:spPr>
            <a:xfrm>
              <a:off x="913656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9" name="Google Shape;539;p9"/>
            <p:cNvCxnSpPr/>
            <p:nvPr/>
          </p:nvCxnSpPr>
          <p:spPr>
            <a:xfrm>
              <a:off x="234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0" name="Google Shape;540;p9"/>
            <p:cNvCxnSpPr/>
            <p:nvPr/>
          </p:nvCxnSpPr>
          <p:spPr>
            <a:xfrm>
              <a:off x="468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1" name="Google Shape;541;p9"/>
            <p:cNvCxnSpPr/>
            <p:nvPr/>
          </p:nvCxnSpPr>
          <p:spPr>
            <a:xfrm>
              <a:off x="703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2" name="Google Shape;542;p9"/>
            <p:cNvCxnSpPr/>
            <p:nvPr/>
          </p:nvCxnSpPr>
          <p:spPr>
            <a:xfrm>
              <a:off x="937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3" name="Google Shape;543;p9"/>
            <p:cNvCxnSpPr/>
            <p:nvPr/>
          </p:nvCxnSpPr>
          <p:spPr>
            <a:xfrm>
              <a:off x="1172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4" name="Google Shape;544;p9"/>
            <p:cNvCxnSpPr/>
            <p:nvPr/>
          </p:nvCxnSpPr>
          <p:spPr>
            <a:xfrm>
              <a:off x="1406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5" name="Google Shape;545;p9"/>
            <p:cNvCxnSpPr/>
            <p:nvPr/>
          </p:nvCxnSpPr>
          <p:spPr>
            <a:xfrm>
              <a:off x="1641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6" name="Google Shape;546;p9"/>
            <p:cNvCxnSpPr/>
            <p:nvPr/>
          </p:nvCxnSpPr>
          <p:spPr>
            <a:xfrm>
              <a:off x="1875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7" name="Google Shape;547;p9"/>
            <p:cNvCxnSpPr/>
            <p:nvPr/>
          </p:nvCxnSpPr>
          <p:spPr>
            <a:xfrm>
              <a:off x="2110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8" name="Google Shape;548;p9"/>
            <p:cNvCxnSpPr/>
            <p:nvPr/>
          </p:nvCxnSpPr>
          <p:spPr>
            <a:xfrm>
              <a:off x="2344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9" name="Google Shape;549;p9"/>
            <p:cNvCxnSpPr/>
            <p:nvPr/>
          </p:nvCxnSpPr>
          <p:spPr>
            <a:xfrm>
              <a:off x="2579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0" name="Google Shape;550;p9"/>
            <p:cNvCxnSpPr/>
            <p:nvPr/>
          </p:nvCxnSpPr>
          <p:spPr>
            <a:xfrm>
              <a:off x="2813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1" name="Google Shape;551;p9"/>
            <p:cNvCxnSpPr/>
            <p:nvPr/>
          </p:nvCxnSpPr>
          <p:spPr>
            <a:xfrm>
              <a:off x="3048000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2" name="Google Shape;552;p9"/>
            <p:cNvCxnSpPr/>
            <p:nvPr/>
          </p:nvCxnSpPr>
          <p:spPr>
            <a:xfrm>
              <a:off x="3282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3" name="Google Shape;553;p9"/>
            <p:cNvCxnSpPr/>
            <p:nvPr/>
          </p:nvCxnSpPr>
          <p:spPr>
            <a:xfrm>
              <a:off x="3516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4" name="Google Shape;554;p9"/>
            <p:cNvCxnSpPr/>
            <p:nvPr/>
          </p:nvCxnSpPr>
          <p:spPr>
            <a:xfrm>
              <a:off x="3751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5" name="Google Shape;555;p9"/>
            <p:cNvCxnSpPr/>
            <p:nvPr/>
          </p:nvCxnSpPr>
          <p:spPr>
            <a:xfrm>
              <a:off x="3985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6" name="Google Shape;556;p9"/>
            <p:cNvCxnSpPr/>
            <p:nvPr/>
          </p:nvCxnSpPr>
          <p:spPr>
            <a:xfrm>
              <a:off x="4220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7" name="Google Shape;557;p9"/>
            <p:cNvCxnSpPr/>
            <p:nvPr/>
          </p:nvCxnSpPr>
          <p:spPr>
            <a:xfrm>
              <a:off x="4454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8" name="Google Shape;558;p9"/>
            <p:cNvCxnSpPr/>
            <p:nvPr/>
          </p:nvCxnSpPr>
          <p:spPr>
            <a:xfrm>
              <a:off x="4689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9" name="Google Shape;559;p9"/>
            <p:cNvCxnSpPr/>
            <p:nvPr/>
          </p:nvCxnSpPr>
          <p:spPr>
            <a:xfrm>
              <a:off x="4923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0" name="Google Shape;560;p9"/>
            <p:cNvCxnSpPr/>
            <p:nvPr/>
          </p:nvCxnSpPr>
          <p:spPr>
            <a:xfrm>
              <a:off x="5158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1" name="Google Shape;561;p9"/>
            <p:cNvCxnSpPr/>
            <p:nvPr/>
          </p:nvCxnSpPr>
          <p:spPr>
            <a:xfrm>
              <a:off x="5392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2" name="Google Shape;562;p9"/>
            <p:cNvCxnSpPr/>
            <p:nvPr/>
          </p:nvCxnSpPr>
          <p:spPr>
            <a:xfrm>
              <a:off x="5627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3" name="Google Shape;563;p9"/>
            <p:cNvCxnSpPr/>
            <p:nvPr/>
          </p:nvCxnSpPr>
          <p:spPr>
            <a:xfrm>
              <a:off x="5861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4" name="Google Shape;564;p9"/>
            <p:cNvCxnSpPr/>
            <p:nvPr/>
          </p:nvCxnSpPr>
          <p:spPr>
            <a:xfrm>
              <a:off x="6096000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5" name="Google Shape;565;p9"/>
            <p:cNvCxnSpPr/>
            <p:nvPr/>
          </p:nvCxnSpPr>
          <p:spPr>
            <a:xfrm>
              <a:off x="6330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6" name="Google Shape;566;p9"/>
            <p:cNvCxnSpPr/>
            <p:nvPr/>
          </p:nvCxnSpPr>
          <p:spPr>
            <a:xfrm>
              <a:off x="6564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7" name="Google Shape;567;p9"/>
            <p:cNvCxnSpPr/>
            <p:nvPr/>
          </p:nvCxnSpPr>
          <p:spPr>
            <a:xfrm>
              <a:off x="6799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8" name="Google Shape;568;p9"/>
            <p:cNvCxnSpPr/>
            <p:nvPr/>
          </p:nvCxnSpPr>
          <p:spPr>
            <a:xfrm>
              <a:off x="7033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9" name="Google Shape;569;p9"/>
            <p:cNvCxnSpPr/>
            <p:nvPr/>
          </p:nvCxnSpPr>
          <p:spPr>
            <a:xfrm>
              <a:off x="7268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0" name="Google Shape;570;p9"/>
            <p:cNvCxnSpPr/>
            <p:nvPr/>
          </p:nvCxnSpPr>
          <p:spPr>
            <a:xfrm>
              <a:off x="7502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1" name="Google Shape;571;p9"/>
            <p:cNvCxnSpPr/>
            <p:nvPr/>
          </p:nvCxnSpPr>
          <p:spPr>
            <a:xfrm>
              <a:off x="7737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2" name="Google Shape;572;p9"/>
            <p:cNvCxnSpPr/>
            <p:nvPr/>
          </p:nvCxnSpPr>
          <p:spPr>
            <a:xfrm>
              <a:off x="7971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3" name="Google Shape;573;p9"/>
            <p:cNvCxnSpPr/>
            <p:nvPr/>
          </p:nvCxnSpPr>
          <p:spPr>
            <a:xfrm>
              <a:off x="8206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4" name="Google Shape;574;p9"/>
            <p:cNvCxnSpPr/>
            <p:nvPr/>
          </p:nvCxnSpPr>
          <p:spPr>
            <a:xfrm>
              <a:off x="8440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5" name="Google Shape;575;p9"/>
            <p:cNvCxnSpPr/>
            <p:nvPr/>
          </p:nvCxnSpPr>
          <p:spPr>
            <a:xfrm>
              <a:off x="8675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6" name="Google Shape;576;p9"/>
            <p:cNvCxnSpPr/>
            <p:nvPr/>
          </p:nvCxnSpPr>
          <p:spPr>
            <a:xfrm>
              <a:off x="8909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77" name="Google Shape;577;p9"/>
            <p:cNvGrpSpPr/>
            <p:nvPr/>
          </p:nvGrpSpPr>
          <p:grpSpPr>
            <a:xfrm>
              <a:off x="-27250" y="7433"/>
              <a:ext cx="9178200" cy="5128634"/>
              <a:chOff x="-27250" y="7433"/>
              <a:chExt cx="9178200" cy="5128634"/>
            </a:xfrm>
          </p:grpSpPr>
          <p:cxnSp>
            <p:nvCxnSpPr>
              <p:cNvPr id="578" name="Google Shape;578;p9"/>
              <p:cNvCxnSpPr/>
              <p:nvPr/>
            </p:nvCxnSpPr>
            <p:spPr>
              <a:xfrm>
                <a:off x="-27250" y="743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9" name="Google Shape;579;p9"/>
              <p:cNvCxnSpPr/>
              <p:nvPr/>
            </p:nvCxnSpPr>
            <p:spPr>
              <a:xfrm>
                <a:off x="-27250" y="513606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0" name="Google Shape;580;p9"/>
              <p:cNvCxnSpPr/>
              <p:nvPr/>
            </p:nvCxnSpPr>
            <p:spPr>
              <a:xfrm>
                <a:off x="-27250" y="270711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1" name="Google Shape;581;p9"/>
              <p:cNvCxnSpPr/>
              <p:nvPr/>
            </p:nvCxnSpPr>
            <p:spPr>
              <a:xfrm>
                <a:off x="-27250" y="541421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2" name="Google Shape;582;p9"/>
              <p:cNvCxnSpPr/>
              <p:nvPr/>
            </p:nvCxnSpPr>
            <p:spPr>
              <a:xfrm>
                <a:off x="-27250" y="812132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3" name="Google Shape;583;p9"/>
              <p:cNvCxnSpPr/>
              <p:nvPr/>
            </p:nvCxnSpPr>
            <p:spPr>
              <a:xfrm>
                <a:off x="-27250" y="1082842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4" name="Google Shape;584;p9"/>
              <p:cNvCxnSpPr/>
              <p:nvPr/>
            </p:nvCxnSpPr>
            <p:spPr>
              <a:xfrm>
                <a:off x="-27250" y="135355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5" name="Google Shape;585;p9"/>
              <p:cNvCxnSpPr/>
              <p:nvPr/>
            </p:nvCxnSpPr>
            <p:spPr>
              <a:xfrm>
                <a:off x="-27250" y="162426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6" name="Google Shape;586;p9"/>
              <p:cNvCxnSpPr/>
              <p:nvPr/>
            </p:nvCxnSpPr>
            <p:spPr>
              <a:xfrm>
                <a:off x="-27250" y="1894974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7" name="Google Shape;587;p9"/>
              <p:cNvCxnSpPr/>
              <p:nvPr/>
            </p:nvCxnSpPr>
            <p:spPr>
              <a:xfrm>
                <a:off x="-27250" y="2165684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8" name="Google Shape;588;p9"/>
              <p:cNvCxnSpPr/>
              <p:nvPr/>
            </p:nvCxnSpPr>
            <p:spPr>
              <a:xfrm>
                <a:off x="-27250" y="2436395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9" name="Google Shape;589;p9"/>
              <p:cNvCxnSpPr/>
              <p:nvPr/>
            </p:nvCxnSpPr>
            <p:spPr>
              <a:xfrm>
                <a:off x="-27250" y="2707105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0" name="Google Shape;590;p9"/>
              <p:cNvCxnSpPr/>
              <p:nvPr/>
            </p:nvCxnSpPr>
            <p:spPr>
              <a:xfrm>
                <a:off x="-27250" y="2977816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1" name="Google Shape;591;p9"/>
              <p:cNvCxnSpPr/>
              <p:nvPr/>
            </p:nvCxnSpPr>
            <p:spPr>
              <a:xfrm>
                <a:off x="-27250" y="3248526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2" name="Google Shape;592;p9"/>
              <p:cNvCxnSpPr/>
              <p:nvPr/>
            </p:nvCxnSpPr>
            <p:spPr>
              <a:xfrm>
                <a:off x="-27250" y="351923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3" name="Google Shape;593;p9"/>
              <p:cNvCxnSpPr/>
              <p:nvPr/>
            </p:nvCxnSpPr>
            <p:spPr>
              <a:xfrm>
                <a:off x="-27250" y="378994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4" name="Google Shape;594;p9"/>
              <p:cNvCxnSpPr/>
              <p:nvPr/>
            </p:nvCxnSpPr>
            <p:spPr>
              <a:xfrm>
                <a:off x="-27250" y="4060658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5" name="Google Shape;595;p9"/>
              <p:cNvCxnSpPr/>
              <p:nvPr/>
            </p:nvCxnSpPr>
            <p:spPr>
              <a:xfrm>
                <a:off x="-27250" y="4331368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6" name="Google Shape;596;p9"/>
              <p:cNvCxnSpPr/>
              <p:nvPr/>
            </p:nvCxnSpPr>
            <p:spPr>
              <a:xfrm>
                <a:off x="-27250" y="4602079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7" name="Google Shape;597;p9"/>
              <p:cNvCxnSpPr/>
              <p:nvPr/>
            </p:nvCxnSpPr>
            <p:spPr>
              <a:xfrm>
                <a:off x="-27250" y="4872789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98" name="Google Shape;598;p9"/>
          <p:cNvSpPr/>
          <p:nvPr/>
        </p:nvSpPr>
        <p:spPr>
          <a:xfrm>
            <a:off x="249000" y="282450"/>
            <a:ext cx="8646300" cy="457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9" name="Google Shape;599;p9"/>
          <p:cNvGrpSpPr/>
          <p:nvPr/>
        </p:nvGrpSpPr>
        <p:grpSpPr>
          <a:xfrm>
            <a:off x="512550" y="529925"/>
            <a:ext cx="8130600" cy="4187400"/>
            <a:chOff x="512550" y="529925"/>
            <a:chExt cx="8130600" cy="4187400"/>
          </a:xfrm>
        </p:grpSpPr>
        <p:grpSp>
          <p:nvGrpSpPr>
            <p:cNvPr id="600" name="Google Shape;600;p9"/>
            <p:cNvGrpSpPr/>
            <p:nvPr/>
          </p:nvGrpSpPr>
          <p:grpSpPr>
            <a:xfrm>
              <a:off x="512550" y="529925"/>
              <a:ext cx="8130600" cy="4187400"/>
              <a:chOff x="512550" y="529925"/>
              <a:chExt cx="8130600" cy="4187400"/>
            </a:xfrm>
          </p:grpSpPr>
          <p:grpSp>
            <p:nvGrpSpPr>
              <p:cNvPr id="601" name="Google Shape;601;p9"/>
              <p:cNvGrpSpPr/>
              <p:nvPr/>
            </p:nvGrpSpPr>
            <p:grpSpPr>
              <a:xfrm>
                <a:off x="512550" y="529925"/>
                <a:ext cx="8130600" cy="4187400"/>
                <a:chOff x="512550" y="529925"/>
                <a:chExt cx="8130600" cy="4187400"/>
              </a:xfrm>
            </p:grpSpPr>
            <p:sp>
              <p:nvSpPr>
                <p:cNvPr id="602" name="Google Shape;602;p9"/>
                <p:cNvSpPr/>
                <p:nvPr/>
              </p:nvSpPr>
              <p:spPr>
                <a:xfrm>
                  <a:off x="512550" y="529925"/>
                  <a:ext cx="8130600" cy="418740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603" name="Google Shape;603;p9"/>
                <p:cNvCxnSpPr/>
                <p:nvPr/>
              </p:nvCxnSpPr>
              <p:spPr>
                <a:xfrm>
                  <a:off x="524425" y="1029828"/>
                  <a:ext cx="81186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604" name="Google Shape;604;p9"/>
              <p:cNvSpPr/>
              <p:nvPr/>
            </p:nvSpPr>
            <p:spPr>
              <a:xfrm>
                <a:off x="7110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9"/>
              <p:cNvSpPr/>
              <p:nvPr/>
            </p:nvSpPr>
            <p:spPr>
              <a:xfrm>
                <a:off x="8634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9"/>
              <p:cNvSpPr/>
              <p:nvPr/>
            </p:nvSpPr>
            <p:spPr>
              <a:xfrm>
                <a:off x="10158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07" name="Google Shape;607;p9"/>
            <p:cNvCxnSpPr/>
            <p:nvPr/>
          </p:nvCxnSpPr>
          <p:spPr>
            <a:xfrm>
              <a:off x="524425" y="4522222"/>
              <a:ext cx="81186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8" name="Google Shape;608;p9"/>
          <p:cNvSpPr txBox="1">
            <a:spLocks noGrp="1"/>
          </p:cNvSpPr>
          <p:nvPr>
            <p:ph type="title"/>
          </p:nvPr>
        </p:nvSpPr>
        <p:spPr>
          <a:xfrm>
            <a:off x="1758900" y="1621175"/>
            <a:ext cx="5626200" cy="841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9" name="Google Shape;609;p9"/>
          <p:cNvSpPr txBox="1">
            <a:spLocks noGrp="1"/>
          </p:cNvSpPr>
          <p:nvPr>
            <p:ph type="subTitle" idx="1"/>
          </p:nvPr>
        </p:nvSpPr>
        <p:spPr>
          <a:xfrm>
            <a:off x="1758850" y="2221500"/>
            <a:ext cx="56262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2"/>
        </a:solidFill>
        <a:effectLst/>
      </p:bgPr>
    </p:bg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3" name="Google Shape;613;p11"/>
          <p:cNvGrpSpPr/>
          <p:nvPr/>
        </p:nvGrpSpPr>
        <p:grpSpPr>
          <a:xfrm>
            <a:off x="-27250" y="-63600"/>
            <a:ext cx="9178200" cy="5270700"/>
            <a:chOff x="-27250" y="-63600"/>
            <a:chExt cx="9178200" cy="5270700"/>
          </a:xfrm>
        </p:grpSpPr>
        <p:cxnSp>
          <p:nvCxnSpPr>
            <p:cNvPr id="614" name="Google Shape;614;p11"/>
            <p:cNvCxnSpPr/>
            <p:nvPr/>
          </p:nvCxnSpPr>
          <p:spPr>
            <a:xfrm>
              <a:off x="743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5" name="Google Shape;615;p11"/>
            <p:cNvCxnSpPr/>
            <p:nvPr/>
          </p:nvCxnSpPr>
          <p:spPr>
            <a:xfrm>
              <a:off x="913656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6" name="Google Shape;616;p11"/>
            <p:cNvCxnSpPr/>
            <p:nvPr/>
          </p:nvCxnSpPr>
          <p:spPr>
            <a:xfrm>
              <a:off x="234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7" name="Google Shape;617;p11"/>
            <p:cNvCxnSpPr/>
            <p:nvPr/>
          </p:nvCxnSpPr>
          <p:spPr>
            <a:xfrm>
              <a:off x="468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8" name="Google Shape;618;p11"/>
            <p:cNvCxnSpPr/>
            <p:nvPr/>
          </p:nvCxnSpPr>
          <p:spPr>
            <a:xfrm>
              <a:off x="703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9" name="Google Shape;619;p11"/>
            <p:cNvCxnSpPr/>
            <p:nvPr/>
          </p:nvCxnSpPr>
          <p:spPr>
            <a:xfrm>
              <a:off x="937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0" name="Google Shape;620;p11"/>
            <p:cNvCxnSpPr/>
            <p:nvPr/>
          </p:nvCxnSpPr>
          <p:spPr>
            <a:xfrm>
              <a:off x="1172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1" name="Google Shape;621;p11"/>
            <p:cNvCxnSpPr/>
            <p:nvPr/>
          </p:nvCxnSpPr>
          <p:spPr>
            <a:xfrm>
              <a:off x="1406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2" name="Google Shape;622;p11"/>
            <p:cNvCxnSpPr/>
            <p:nvPr/>
          </p:nvCxnSpPr>
          <p:spPr>
            <a:xfrm>
              <a:off x="1641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3" name="Google Shape;623;p11"/>
            <p:cNvCxnSpPr/>
            <p:nvPr/>
          </p:nvCxnSpPr>
          <p:spPr>
            <a:xfrm>
              <a:off x="1875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4" name="Google Shape;624;p11"/>
            <p:cNvCxnSpPr/>
            <p:nvPr/>
          </p:nvCxnSpPr>
          <p:spPr>
            <a:xfrm>
              <a:off x="2110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5" name="Google Shape;625;p11"/>
            <p:cNvCxnSpPr/>
            <p:nvPr/>
          </p:nvCxnSpPr>
          <p:spPr>
            <a:xfrm>
              <a:off x="2344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6" name="Google Shape;626;p11"/>
            <p:cNvCxnSpPr/>
            <p:nvPr/>
          </p:nvCxnSpPr>
          <p:spPr>
            <a:xfrm>
              <a:off x="2579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7" name="Google Shape;627;p11"/>
            <p:cNvCxnSpPr/>
            <p:nvPr/>
          </p:nvCxnSpPr>
          <p:spPr>
            <a:xfrm>
              <a:off x="2813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8" name="Google Shape;628;p11"/>
            <p:cNvCxnSpPr/>
            <p:nvPr/>
          </p:nvCxnSpPr>
          <p:spPr>
            <a:xfrm>
              <a:off x="3048000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9" name="Google Shape;629;p11"/>
            <p:cNvCxnSpPr/>
            <p:nvPr/>
          </p:nvCxnSpPr>
          <p:spPr>
            <a:xfrm>
              <a:off x="3282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0" name="Google Shape;630;p11"/>
            <p:cNvCxnSpPr/>
            <p:nvPr/>
          </p:nvCxnSpPr>
          <p:spPr>
            <a:xfrm>
              <a:off x="3516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1" name="Google Shape;631;p11"/>
            <p:cNvCxnSpPr/>
            <p:nvPr/>
          </p:nvCxnSpPr>
          <p:spPr>
            <a:xfrm>
              <a:off x="3751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2" name="Google Shape;632;p11"/>
            <p:cNvCxnSpPr/>
            <p:nvPr/>
          </p:nvCxnSpPr>
          <p:spPr>
            <a:xfrm>
              <a:off x="3985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3" name="Google Shape;633;p11"/>
            <p:cNvCxnSpPr/>
            <p:nvPr/>
          </p:nvCxnSpPr>
          <p:spPr>
            <a:xfrm>
              <a:off x="4220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4" name="Google Shape;634;p11"/>
            <p:cNvCxnSpPr/>
            <p:nvPr/>
          </p:nvCxnSpPr>
          <p:spPr>
            <a:xfrm>
              <a:off x="4454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5" name="Google Shape;635;p11"/>
            <p:cNvCxnSpPr/>
            <p:nvPr/>
          </p:nvCxnSpPr>
          <p:spPr>
            <a:xfrm>
              <a:off x="4689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6" name="Google Shape;636;p11"/>
            <p:cNvCxnSpPr/>
            <p:nvPr/>
          </p:nvCxnSpPr>
          <p:spPr>
            <a:xfrm>
              <a:off x="4923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7" name="Google Shape;637;p11"/>
            <p:cNvCxnSpPr/>
            <p:nvPr/>
          </p:nvCxnSpPr>
          <p:spPr>
            <a:xfrm>
              <a:off x="5158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8" name="Google Shape;638;p11"/>
            <p:cNvCxnSpPr/>
            <p:nvPr/>
          </p:nvCxnSpPr>
          <p:spPr>
            <a:xfrm>
              <a:off x="5392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9" name="Google Shape;639;p11"/>
            <p:cNvCxnSpPr/>
            <p:nvPr/>
          </p:nvCxnSpPr>
          <p:spPr>
            <a:xfrm>
              <a:off x="5627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0" name="Google Shape;640;p11"/>
            <p:cNvCxnSpPr/>
            <p:nvPr/>
          </p:nvCxnSpPr>
          <p:spPr>
            <a:xfrm>
              <a:off x="5861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1" name="Google Shape;641;p11"/>
            <p:cNvCxnSpPr/>
            <p:nvPr/>
          </p:nvCxnSpPr>
          <p:spPr>
            <a:xfrm>
              <a:off x="6096000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2" name="Google Shape;642;p11"/>
            <p:cNvCxnSpPr/>
            <p:nvPr/>
          </p:nvCxnSpPr>
          <p:spPr>
            <a:xfrm>
              <a:off x="6330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3" name="Google Shape;643;p11"/>
            <p:cNvCxnSpPr/>
            <p:nvPr/>
          </p:nvCxnSpPr>
          <p:spPr>
            <a:xfrm>
              <a:off x="6564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4" name="Google Shape;644;p11"/>
            <p:cNvCxnSpPr/>
            <p:nvPr/>
          </p:nvCxnSpPr>
          <p:spPr>
            <a:xfrm>
              <a:off x="6799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5" name="Google Shape;645;p11"/>
            <p:cNvCxnSpPr/>
            <p:nvPr/>
          </p:nvCxnSpPr>
          <p:spPr>
            <a:xfrm>
              <a:off x="7033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6" name="Google Shape;646;p11"/>
            <p:cNvCxnSpPr/>
            <p:nvPr/>
          </p:nvCxnSpPr>
          <p:spPr>
            <a:xfrm>
              <a:off x="7268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11"/>
            <p:cNvCxnSpPr/>
            <p:nvPr/>
          </p:nvCxnSpPr>
          <p:spPr>
            <a:xfrm>
              <a:off x="7502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8" name="Google Shape;648;p11"/>
            <p:cNvCxnSpPr/>
            <p:nvPr/>
          </p:nvCxnSpPr>
          <p:spPr>
            <a:xfrm>
              <a:off x="7737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9" name="Google Shape;649;p11"/>
            <p:cNvCxnSpPr/>
            <p:nvPr/>
          </p:nvCxnSpPr>
          <p:spPr>
            <a:xfrm>
              <a:off x="7971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0" name="Google Shape;650;p11"/>
            <p:cNvCxnSpPr/>
            <p:nvPr/>
          </p:nvCxnSpPr>
          <p:spPr>
            <a:xfrm>
              <a:off x="8206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1" name="Google Shape;651;p11"/>
            <p:cNvCxnSpPr/>
            <p:nvPr/>
          </p:nvCxnSpPr>
          <p:spPr>
            <a:xfrm>
              <a:off x="8440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2" name="Google Shape;652;p11"/>
            <p:cNvCxnSpPr/>
            <p:nvPr/>
          </p:nvCxnSpPr>
          <p:spPr>
            <a:xfrm>
              <a:off x="8675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3" name="Google Shape;653;p11"/>
            <p:cNvCxnSpPr/>
            <p:nvPr/>
          </p:nvCxnSpPr>
          <p:spPr>
            <a:xfrm>
              <a:off x="8909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54" name="Google Shape;654;p11"/>
            <p:cNvGrpSpPr/>
            <p:nvPr/>
          </p:nvGrpSpPr>
          <p:grpSpPr>
            <a:xfrm>
              <a:off x="-27250" y="7433"/>
              <a:ext cx="9178200" cy="5128634"/>
              <a:chOff x="-27250" y="7433"/>
              <a:chExt cx="9178200" cy="5128634"/>
            </a:xfrm>
          </p:grpSpPr>
          <p:cxnSp>
            <p:nvCxnSpPr>
              <p:cNvPr id="655" name="Google Shape;655;p11"/>
              <p:cNvCxnSpPr/>
              <p:nvPr/>
            </p:nvCxnSpPr>
            <p:spPr>
              <a:xfrm>
                <a:off x="-27250" y="743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6" name="Google Shape;656;p11"/>
              <p:cNvCxnSpPr/>
              <p:nvPr/>
            </p:nvCxnSpPr>
            <p:spPr>
              <a:xfrm>
                <a:off x="-27250" y="513606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7" name="Google Shape;657;p11"/>
              <p:cNvCxnSpPr/>
              <p:nvPr/>
            </p:nvCxnSpPr>
            <p:spPr>
              <a:xfrm>
                <a:off x="-27250" y="270711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8" name="Google Shape;658;p11"/>
              <p:cNvCxnSpPr/>
              <p:nvPr/>
            </p:nvCxnSpPr>
            <p:spPr>
              <a:xfrm>
                <a:off x="-27250" y="541421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9" name="Google Shape;659;p11"/>
              <p:cNvCxnSpPr/>
              <p:nvPr/>
            </p:nvCxnSpPr>
            <p:spPr>
              <a:xfrm>
                <a:off x="-27250" y="812132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0" name="Google Shape;660;p11"/>
              <p:cNvCxnSpPr/>
              <p:nvPr/>
            </p:nvCxnSpPr>
            <p:spPr>
              <a:xfrm>
                <a:off x="-27250" y="1082842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1" name="Google Shape;661;p11"/>
              <p:cNvCxnSpPr/>
              <p:nvPr/>
            </p:nvCxnSpPr>
            <p:spPr>
              <a:xfrm>
                <a:off x="-27250" y="135355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2" name="Google Shape;662;p11"/>
              <p:cNvCxnSpPr/>
              <p:nvPr/>
            </p:nvCxnSpPr>
            <p:spPr>
              <a:xfrm>
                <a:off x="-27250" y="162426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3" name="Google Shape;663;p11"/>
              <p:cNvCxnSpPr/>
              <p:nvPr/>
            </p:nvCxnSpPr>
            <p:spPr>
              <a:xfrm>
                <a:off x="-27250" y="1894974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4" name="Google Shape;664;p11"/>
              <p:cNvCxnSpPr/>
              <p:nvPr/>
            </p:nvCxnSpPr>
            <p:spPr>
              <a:xfrm>
                <a:off x="-27250" y="2165684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5" name="Google Shape;665;p11"/>
              <p:cNvCxnSpPr/>
              <p:nvPr/>
            </p:nvCxnSpPr>
            <p:spPr>
              <a:xfrm>
                <a:off x="-27250" y="2436395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6" name="Google Shape;666;p11"/>
              <p:cNvCxnSpPr/>
              <p:nvPr/>
            </p:nvCxnSpPr>
            <p:spPr>
              <a:xfrm>
                <a:off x="-27250" y="2707105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7" name="Google Shape;667;p11"/>
              <p:cNvCxnSpPr/>
              <p:nvPr/>
            </p:nvCxnSpPr>
            <p:spPr>
              <a:xfrm>
                <a:off x="-27250" y="2977816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8" name="Google Shape;668;p11"/>
              <p:cNvCxnSpPr/>
              <p:nvPr/>
            </p:nvCxnSpPr>
            <p:spPr>
              <a:xfrm>
                <a:off x="-27250" y="3248526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9" name="Google Shape;669;p11"/>
              <p:cNvCxnSpPr/>
              <p:nvPr/>
            </p:nvCxnSpPr>
            <p:spPr>
              <a:xfrm>
                <a:off x="-27250" y="351923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0" name="Google Shape;670;p11"/>
              <p:cNvCxnSpPr/>
              <p:nvPr/>
            </p:nvCxnSpPr>
            <p:spPr>
              <a:xfrm>
                <a:off x="-27250" y="378994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1" name="Google Shape;671;p11"/>
              <p:cNvCxnSpPr/>
              <p:nvPr/>
            </p:nvCxnSpPr>
            <p:spPr>
              <a:xfrm>
                <a:off x="-27250" y="4060658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2" name="Google Shape;672;p11"/>
              <p:cNvCxnSpPr/>
              <p:nvPr/>
            </p:nvCxnSpPr>
            <p:spPr>
              <a:xfrm>
                <a:off x="-27250" y="4331368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3" name="Google Shape;673;p11"/>
              <p:cNvCxnSpPr/>
              <p:nvPr/>
            </p:nvCxnSpPr>
            <p:spPr>
              <a:xfrm>
                <a:off x="-27250" y="4602079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4" name="Google Shape;674;p11"/>
              <p:cNvCxnSpPr/>
              <p:nvPr/>
            </p:nvCxnSpPr>
            <p:spPr>
              <a:xfrm>
                <a:off x="-27250" y="4872789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675" name="Google Shape;675;p11"/>
          <p:cNvSpPr/>
          <p:nvPr/>
        </p:nvSpPr>
        <p:spPr>
          <a:xfrm>
            <a:off x="249000" y="282450"/>
            <a:ext cx="8646300" cy="457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6" name="Google Shape;676;p11"/>
          <p:cNvGrpSpPr/>
          <p:nvPr/>
        </p:nvGrpSpPr>
        <p:grpSpPr>
          <a:xfrm>
            <a:off x="512550" y="529925"/>
            <a:ext cx="8130600" cy="4187400"/>
            <a:chOff x="512550" y="529925"/>
            <a:chExt cx="8130600" cy="4187400"/>
          </a:xfrm>
        </p:grpSpPr>
        <p:grpSp>
          <p:nvGrpSpPr>
            <p:cNvPr id="677" name="Google Shape;677;p11"/>
            <p:cNvGrpSpPr/>
            <p:nvPr/>
          </p:nvGrpSpPr>
          <p:grpSpPr>
            <a:xfrm>
              <a:off x="512550" y="529925"/>
              <a:ext cx="8130600" cy="4187400"/>
              <a:chOff x="512550" y="529925"/>
              <a:chExt cx="8130600" cy="4187400"/>
            </a:xfrm>
          </p:grpSpPr>
          <p:grpSp>
            <p:nvGrpSpPr>
              <p:cNvPr id="678" name="Google Shape;678;p11"/>
              <p:cNvGrpSpPr/>
              <p:nvPr/>
            </p:nvGrpSpPr>
            <p:grpSpPr>
              <a:xfrm>
                <a:off x="512550" y="529925"/>
                <a:ext cx="8130600" cy="4187400"/>
                <a:chOff x="512550" y="529925"/>
                <a:chExt cx="8130600" cy="4187400"/>
              </a:xfrm>
            </p:grpSpPr>
            <p:sp>
              <p:nvSpPr>
                <p:cNvPr id="679" name="Google Shape;679;p11"/>
                <p:cNvSpPr/>
                <p:nvPr/>
              </p:nvSpPr>
              <p:spPr>
                <a:xfrm>
                  <a:off x="512550" y="529925"/>
                  <a:ext cx="8130600" cy="418740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680" name="Google Shape;680;p11"/>
                <p:cNvCxnSpPr/>
                <p:nvPr/>
              </p:nvCxnSpPr>
              <p:spPr>
                <a:xfrm>
                  <a:off x="524425" y="1029828"/>
                  <a:ext cx="81186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681" name="Google Shape;681;p11"/>
              <p:cNvSpPr/>
              <p:nvPr/>
            </p:nvSpPr>
            <p:spPr>
              <a:xfrm>
                <a:off x="7110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11"/>
              <p:cNvSpPr/>
              <p:nvPr/>
            </p:nvSpPr>
            <p:spPr>
              <a:xfrm>
                <a:off x="8634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11"/>
              <p:cNvSpPr/>
              <p:nvPr/>
            </p:nvSpPr>
            <p:spPr>
              <a:xfrm>
                <a:off x="10158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84" name="Google Shape;684;p11"/>
            <p:cNvCxnSpPr/>
            <p:nvPr/>
          </p:nvCxnSpPr>
          <p:spPr>
            <a:xfrm>
              <a:off x="524425" y="4522222"/>
              <a:ext cx="81186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85" name="Google Shape;685;p11"/>
          <p:cNvSpPr txBox="1">
            <a:spLocks noGrp="1"/>
          </p:cNvSpPr>
          <p:nvPr>
            <p:ph type="title" hasCustomPrompt="1"/>
          </p:nvPr>
        </p:nvSpPr>
        <p:spPr>
          <a:xfrm>
            <a:off x="1025100" y="1396950"/>
            <a:ext cx="7093800" cy="21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86" name="Google Shape;686;p11"/>
          <p:cNvSpPr txBox="1">
            <a:spLocks noGrp="1"/>
          </p:cNvSpPr>
          <p:nvPr>
            <p:ph type="subTitle" idx="1"/>
          </p:nvPr>
        </p:nvSpPr>
        <p:spPr>
          <a:xfrm>
            <a:off x="2790900" y="3732950"/>
            <a:ext cx="3562200" cy="7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solidFill>
          <a:schemeClr val="dk2"/>
        </a:solidFill>
        <a:effectLst/>
      </p:bgPr>
    </p:bg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9" name="Google Shape;689;p13"/>
          <p:cNvGrpSpPr/>
          <p:nvPr/>
        </p:nvGrpSpPr>
        <p:grpSpPr>
          <a:xfrm>
            <a:off x="-27250" y="-63600"/>
            <a:ext cx="9178200" cy="5270700"/>
            <a:chOff x="-27250" y="-63600"/>
            <a:chExt cx="9178200" cy="5270700"/>
          </a:xfrm>
        </p:grpSpPr>
        <p:cxnSp>
          <p:nvCxnSpPr>
            <p:cNvPr id="690" name="Google Shape;690;p13"/>
            <p:cNvCxnSpPr/>
            <p:nvPr/>
          </p:nvCxnSpPr>
          <p:spPr>
            <a:xfrm>
              <a:off x="743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1" name="Google Shape;691;p13"/>
            <p:cNvCxnSpPr/>
            <p:nvPr/>
          </p:nvCxnSpPr>
          <p:spPr>
            <a:xfrm>
              <a:off x="913656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2" name="Google Shape;692;p13"/>
            <p:cNvCxnSpPr/>
            <p:nvPr/>
          </p:nvCxnSpPr>
          <p:spPr>
            <a:xfrm>
              <a:off x="234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3" name="Google Shape;693;p13"/>
            <p:cNvCxnSpPr/>
            <p:nvPr/>
          </p:nvCxnSpPr>
          <p:spPr>
            <a:xfrm>
              <a:off x="468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4" name="Google Shape;694;p13"/>
            <p:cNvCxnSpPr/>
            <p:nvPr/>
          </p:nvCxnSpPr>
          <p:spPr>
            <a:xfrm>
              <a:off x="703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5" name="Google Shape;695;p13"/>
            <p:cNvCxnSpPr/>
            <p:nvPr/>
          </p:nvCxnSpPr>
          <p:spPr>
            <a:xfrm>
              <a:off x="937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6" name="Google Shape;696;p13"/>
            <p:cNvCxnSpPr/>
            <p:nvPr/>
          </p:nvCxnSpPr>
          <p:spPr>
            <a:xfrm>
              <a:off x="1172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7" name="Google Shape;697;p13"/>
            <p:cNvCxnSpPr/>
            <p:nvPr/>
          </p:nvCxnSpPr>
          <p:spPr>
            <a:xfrm>
              <a:off x="1406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8" name="Google Shape;698;p13"/>
            <p:cNvCxnSpPr/>
            <p:nvPr/>
          </p:nvCxnSpPr>
          <p:spPr>
            <a:xfrm>
              <a:off x="1641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9" name="Google Shape;699;p13"/>
            <p:cNvCxnSpPr/>
            <p:nvPr/>
          </p:nvCxnSpPr>
          <p:spPr>
            <a:xfrm>
              <a:off x="1875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0" name="Google Shape;700;p13"/>
            <p:cNvCxnSpPr/>
            <p:nvPr/>
          </p:nvCxnSpPr>
          <p:spPr>
            <a:xfrm>
              <a:off x="2110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1" name="Google Shape;701;p13"/>
            <p:cNvCxnSpPr/>
            <p:nvPr/>
          </p:nvCxnSpPr>
          <p:spPr>
            <a:xfrm>
              <a:off x="2344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2" name="Google Shape;702;p13"/>
            <p:cNvCxnSpPr/>
            <p:nvPr/>
          </p:nvCxnSpPr>
          <p:spPr>
            <a:xfrm>
              <a:off x="2579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3" name="Google Shape;703;p13"/>
            <p:cNvCxnSpPr/>
            <p:nvPr/>
          </p:nvCxnSpPr>
          <p:spPr>
            <a:xfrm>
              <a:off x="2813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4" name="Google Shape;704;p13"/>
            <p:cNvCxnSpPr/>
            <p:nvPr/>
          </p:nvCxnSpPr>
          <p:spPr>
            <a:xfrm>
              <a:off x="3048000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5" name="Google Shape;705;p13"/>
            <p:cNvCxnSpPr/>
            <p:nvPr/>
          </p:nvCxnSpPr>
          <p:spPr>
            <a:xfrm>
              <a:off x="3282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6" name="Google Shape;706;p13"/>
            <p:cNvCxnSpPr/>
            <p:nvPr/>
          </p:nvCxnSpPr>
          <p:spPr>
            <a:xfrm>
              <a:off x="3516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7" name="Google Shape;707;p13"/>
            <p:cNvCxnSpPr/>
            <p:nvPr/>
          </p:nvCxnSpPr>
          <p:spPr>
            <a:xfrm>
              <a:off x="3751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8" name="Google Shape;708;p13"/>
            <p:cNvCxnSpPr/>
            <p:nvPr/>
          </p:nvCxnSpPr>
          <p:spPr>
            <a:xfrm>
              <a:off x="3985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9" name="Google Shape;709;p13"/>
            <p:cNvCxnSpPr/>
            <p:nvPr/>
          </p:nvCxnSpPr>
          <p:spPr>
            <a:xfrm>
              <a:off x="4220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0" name="Google Shape;710;p13"/>
            <p:cNvCxnSpPr/>
            <p:nvPr/>
          </p:nvCxnSpPr>
          <p:spPr>
            <a:xfrm>
              <a:off x="4454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1" name="Google Shape;711;p13"/>
            <p:cNvCxnSpPr/>
            <p:nvPr/>
          </p:nvCxnSpPr>
          <p:spPr>
            <a:xfrm>
              <a:off x="4689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2" name="Google Shape;712;p13"/>
            <p:cNvCxnSpPr/>
            <p:nvPr/>
          </p:nvCxnSpPr>
          <p:spPr>
            <a:xfrm>
              <a:off x="4923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3" name="Google Shape;713;p13"/>
            <p:cNvCxnSpPr/>
            <p:nvPr/>
          </p:nvCxnSpPr>
          <p:spPr>
            <a:xfrm>
              <a:off x="5158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4" name="Google Shape;714;p13"/>
            <p:cNvCxnSpPr/>
            <p:nvPr/>
          </p:nvCxnSpPr>
          <p:spPr>
            <a:xfrm>
              <a:off x="5392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5" name="Google Shape;715;p13"/>
            <p:cNvCxnSpPr/>
            <p:nvPr/>
          </p:nvCxnSpPr>
          <p:spPr>
            <a:xfrm>
              <a:off x="5627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6" name="Google Shape;716;p13"/>
            <p:cNvCxnSpPr/>
            <p:nvPr/>
          </p:nvCxnSpPr>
          <p:spPr>
            <a:xfrm>
              <a:off x="5861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7" name="Google Shape;717;p13"/>
            <p:cNvCxnSpPr/>
            <p:nvPr/>
          </p:nvCxnSpPr>
          <p:spPr>
            <a:xfrm>
              <a:off x="6096000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8" name="Google Shape;718;p13"/>
            <p:cNvCxnSpPr/>
            <p:nvPr/>
          </p:nvCxnSpPr>
          <p:spPr>
            <a:xfrm>
              <a:off x="6330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9" name="Google Shape;719;p13"/>
            <p:cNvCxnSpPr/>
            <p:nvPr/>
          </p:nvCxnSpPr>
          <p:spPr>
            <a:xfrm>
              <a:off x="6564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0" name="Google Shape;720;p13"/>
            <p:cNvCxnSpPr/>
            <p:nvPr/>
          </p:nvCxnSpPr>
          <p:spPr>
            <a:xfrm>
              <a:off x="6799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1" name="Google Shape;721;p13"/>
            <p:cNvCxnSpPr/>
            <p:nvPr/>
          </p:nvCxnSpPr>
          <p:spPr>
            <a:xfrm>
              <a:off x="7033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2" name="Google Shape;722;p13"/>
            <p:cNvCxnSpPr/>
            <p:nvPr/>
          </p:nvCxnSpPr>
          <p:spPr>
            <a:xfrm>
              <a:off x="7268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3" name="Google Shape;723;p13"/>
            <p:cNvCxnSpPr/>
            <p:nvPr/>
          </p:nvCxnSpPr>
          <p:spPr>
            <a:xfrm>
              <a:off x="7502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4" name="Google Shape;724;p13"/>
            <p:cNvCxnSpPr/>
            <p:nvPr/>
          </p:nvCxnSpPr>
          <p:spPr>
            <a:xfrm>
              <a:off x="7737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5" name="Google Shape;725;p13"/>
            <p:cNvCxnSpPr/>
            <p:nvPr/>
          </p:nvCxnSpPr>
          <p:spPr>
            <a:xfrm>
              <a:off x="7971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6" name="Google Shape;726;p13"/>
            <p:cNvCxnSpPr/>
            <p:nvPr/>
          </p:nvCxnSpPr>
          <p:spPr>
            <a:xfrm>
              <a:off x="8206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7" name="Google Shape;727;p13"/>
            <p:cNvCxnSpPr/>
            <p:nvPr/>
          </p:nvCxnSpPr>
          <p:spPr>
            <a:xfrm>
              <a:off x="8440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8" name="Google Shape;728;p13"/>
            <p:cNvCxnSpPr/>
            <p:nvPr/>
          </p:nvCxnSpPr>
          <p:spPr>
            <a:xfrm>
              <a:off x="8675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9" name="Google Shape;729;p13"/>
            <p:cNvCxnSpPr/>
            <p:nvPr/>
          </p:nvCxnSpPr>
          <p:spPr>
            <a:xfrm>
              <a:off x="8909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30" name="Google Shape;730;p13"/>
            <p:cNvGrpSpPr/>
            <p:nvPr/>
          </p:nvGrpSpPr>
          <p:grpSpPr>
            <a:xfrm>
              <a:off x="-27250" y="7433"/>
              <a:ext cx="9178200" cy="5128634"/>
              <a:chOff x="-27250" y="7433"/>
              <a:chExt cx="9178200" cy="5128634"/>
            </a:xfrm>
          </p:grpSpPr>
          <p:cxnSp>
            <p:nvCxnSpPr>
              <p:cNvPr id="731" name="Google Shape;731;p13"/>
              <p:cNvCxnSpPr/>
              <p:nvPr/>
            </p:nvCxnSpPr>
            <p:spPr>
              <a:xfrm>
                <a:off x="-27250" y="743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2" name="Google Shape;732;p13"/>
              <p:cNvCxnSpPr/>
              <p:nvPr/>
            </p:nvCxnSpPr>
            <p:spPr>
              <a:xfrm>
                <a:off x="-27250" y="513606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3" name="Google Shape;733;p13"/>
              <p:cNvCxnSpPr/>
              <p:nvPr/>
            </p:nvCxnSpPr>
            <p:spPr>
              <a:xfrm>
                <a:off x="-27250" y="270711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4" name="Google Shape;734;p13"/>
              <p:cNvCxnSpPr/>
              <p:nvPr/>
            </p:nvCxnSpPr>
            <p:spPr>
              <a:xfrm>
                <a:off x="-27250" y="541421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5" name="Google Shape;735;p13"/>
              <p:cNvCxnSpPr/>
              <p:nvPr/>
            </p:nvCxnSpPr>
            <p:spPr>
              <a:xfrm>
                <a:off x="-27250" y="812132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6" name="Google Shape;736;p13"/>
              <p:cNvCxnSpPr/>
              <p:nvPr/>
            </p:nvCxnSpPr>
            <p:spPr>
              <a:xfrm>
                <a:off x="-27250" y="1082842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7" name="Google Shape;737;p13"/>
              <p:cNvCxnSpPr/>
              <p:nvPr/>
            </p:nvCxnSpPr>
            <p:spPr>
              <a:xfrm>
                <a:off x="-27250" y="135355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8" name="Google Shape;738;p13"/>
              <p:cNvCxnSpPr/>
              <p:nvPr/>
            </p:nvCxnSpPr>
            <p:spPr>
              <a:xfrm>
                <a:off x="-27250" y="162426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9" name="Google Shape;739;p13"/>
              <p:cNvCxnSpPr/>
              <p:nvPr/>
            </p:nvCxnSpPr>
            <p:spPr>
              <a:xfrm>
                <a:off x="-27250" y="1894974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0" name="Google Shape;740;p13"/>
              <p:cNvCxnSpPr/>
              <p:nvPr/>
            </p:nvCxnSpPr>
            <p:spPr>
              <a:xfrm>
                <a:off x="-27250" y="2165684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1" name="Google Shape;741;p13"/>
              <p:cNvCxnSpPr/>
              <p:nvPr/>
            </p:nvCxnSpPr>
            <p:spPr>
              <a:xfrm>
                <a:off x="-27250" y="2436395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2" name="Google Shape;742;p13"/>
              <p:cNvCxnSpPr/>
              <p:nvPr/>
            </p:nvCxnSpPr>
            <p:spPr>
              <a:xfrm>
                <a:off x="-27250" y="2707105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3" name="Google Shape;743;p13"/>
              <p:cNvCxnSpPr/>
              <p:nvPr/>
            </p:nvCxnSpPr>
            <p:spPr>
              <a:xfrm>
                <a:off x="-27250" y="2977816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4" name="Google Shape;744;p13"/>
              <p:cNvCxnSpPr/>
              <p:nvPr/>
            </p:nvCxnSpPr>
            <p:spPr>
              <a:xfrm>
                <a:off x="-27250" y="3248526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5" name="Google Shape;745;p13"/>
              <p:cNvCxnSpPr/>
              <p:nvPr/>
            </p:nvCxnSpPr>
            <p:spPr>
              <a:xfrm>
                <a:off x="-27250" y="351923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6" name="Google Shape;746;p13"/>
              <p:cNvCxnSpPr/>
              <p:nvPr/>
            </p:nvCxnSpPr>
            <p:spPr>
              <a:xfrm>
                <a:off x="-27250" y="378994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7" name="Google Shape;747;p13"/>
              <p:cNvCxnSpPr/>
              <p:nvPr/>
            </p:nvCxnSpPr>
            <p:spPr>
              <a:xfrm>
                <a:off x="-27250" y="4060658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8" name="Google Shape;748;p13"/>
              <p:cNvCxnSpPr/>
              <p:nvPr/>
            </p:nvCxnSpPr>
            <p:spPr>
              <a:xfrm>
                <a:off x="-27250" y="4331368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9" name="Google Shape;749;p13"/>
              <p:cNvCxnSpPr/>
              <p:nvPr/>
            </p:nvCxnSpPr>
            <p:spPr>
              <a:xfrm>
                <a:off x="-27250" y="4602079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0" name="Google Shape;750;p13"/>
              <p:cNvCxnSpPr/>
              <p:nvPr/>
            </p:nvCxnSpPr>
            <p:spPr>
              <a:xfrm>
                <a:off x="-27250" y="4872789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751" name="Google Shape;751;p13"/>
          <p:cNvSpPr/>
          <p:nvPr/>
        </p:nvSpPr>
        <p:spPr>
          <a:xfrm>
            <a:off x="249000" y="282450"/>
            <a:ext cx="8646300" cy="457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2" name="Google Shape;752;p13"/>
          <p:cNvGrpSpPr/>
          <p:nvPr/>
        </p:nvGrpSpPr>
        <p:grpSpPr>
          <a:xfrm>
            <a:off x="512550" y="529925"/>
            <a:ext cx="8130600" cy="4187400"/>
            <a:chOff x="512550" y="529925"/>
            <a:chExt cx="8130600" cy="4187400"/>
          </a:xfrm>
        </p:grpSpPr>
        <p:grpSp>
          <p:nvGrpSpPr>
            <p:cNvPr id="753" name="Google Shape;753;p13"/>
            <p:cNvGrpSpPr/>
            <p:nvPr/>
          </p:nvGrpSpPr>
          <p:grpSpPr>
            <a:xfrm>
              <a:off x="512550" y="529925"/>
              <a:ext cx="8130600" cy="4187400"/>
              <a:chOff x="512550" y="529925"/>
              <a:chExt cx="8130600" cy="4187400"/>
            </a:xfrm>
          </p:grpSpPr>
          <p:grpSp>
            <p:nvGrpSpPr>
              <p:cNvPr id="754" name="Google Shape;754;p13"/>
              <p:cNvGrpSpPr/>
              <p:nvPr/>
            </p:nvGrpSpPr>
            <p:grpSpPr>
              <a:xfrm>
                <a:off x="512550" y="529925"/>
                <a:ext cx="8130600" cy="4187400"/>
                <a:chOff x="512550" y="529925"/>
                <a:chExt cx="8130600" cy="4187400"/>
              </a:xfrm>
            </p:grpSpPr>
            <p:sp>
              <p:nvSpPr>
                <p:cNvPr id="755" name="Google Shape;755;p13"/>
                <p:cNvSpPr/>
                <p:nvPr/>
              </p:nvSpPr>
              <p:spPr>
                <a:xfrm>
                  <a:off x="512550" y="529925"/>
                  <a:ext cx="8130600" cy="418740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756" name="Google Shape;756;p13"/>
                <p:cNvCxnSpPr/>
                <p:nvPr/>
              </p:nvCxnSpPr>
              <p:spPr>
                <a:xfrm>
                  <a:off x="524425" y="1029828"/>
                  <a:ext cx="81186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757" name="Google Shape;757;p13"/>
              <p:cNvSpPr/>
              <p:nvPr/>
            </p:nvSpPr>
            <p:spPr>
              <a:xfrm>
                <a:off x="7110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13"/>
              <p:cNvSpPr/>
              <p:nvPr/>
            </p:nvSpPr>
            <p:spPr>
              <a:xfrm>
                <a:off x="8634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13"/>
              <p:cNvSpPr/>
              <p:nvPr/>
            </p:nvSpPr>
            <p:spPr>
              <a:xfrm>
                <a:off x="10158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760" name="Google Shape;760;p13"/>
            <p:cNvCxnSpPr/>
            <p:nvPr/>
          </p:nvCxnSpPr>
          <p:spPr>
            <a:xfrm>
              <a:off x="524425" y="4522222"/>
              <a:ext cx="81186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61" name="Google Shape;761;p13"/>
          <p:cNvSpPr txBox="1">
            <a:spLocks noGrp="1"/>
          </p:cNvSpPr>
          <p:nvPr>
            <p:ph type="title"/>
          </p:nvPr>
        </p:nvSpPr>
        <p:spPr>
          <a:xfrm flipH="1">
            <a:off x="995253" y="2492704"/>
            <a:ext cx="4955700" cy="104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62" name="Google Shape;762;p13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5272375" y="958825"/>
            <a:ext cx="2778000" cy="114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63" name="Google Shape;763;p13"/>
          <p:cNvSpPr txBox="1">
            <a:spLocks noGrp="1"/>
          </p:cNvSpPr>
          <p:nvPr>
            <p:ph type="subTitle" idx="1"/>
          </p:nvPr>
        </p:nvSpPr>
        <p:spPr>
          <a:xfrm flipH="1">
            <a:off x="1945725" y="3541500"/>
            <a:ext cx="3054900" cy="7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bg>
      <p:bgPr>
        <a:solidFill>
          <a:schemeClr val="dk2"/>
        </a:solidFill>
        <a:effectLst/>
      </p:bgPr>
    </p:bg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5" name="Google Shape;765;p14"/>
          <p:cNvGrpSpPr/>
          <p:nvPr/>
        </p:nvGrpSpPr>
        <p:grpSpPr>
          <a:xfrm>
            <a:off x="-27250" y="-63600"/>
            <a:ext cx="9178200" cy="5270700"/>
            <a:chOff x="-27250" y="-63600"/>
            <a:chExt cx="9178200" cy="5270700"/>
          </a:xfrm>
        </p:grpSpPr>
        <p:cxnSp>
          <p:nvCxnSpPr>
            <p:cNvPr id="766" name="Google Shape;766;p14"/>
            <p:cNvCxnSpPr/>
            <p:nvPr/>
          </p:nvCxnSpPr>
          <p:spPr>
            <a:xfrm>
              <a:off x="743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7" name="Google Shape;767;p14"/>
            <p:cNvCxnSpPr/>
            <p:nvPr/>
          </p:nvCxnSpPr>
          <p:spPr>
            <a:xfrm>
              <a:off x="913656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8" name="Google Shape;768;p14"/>
            <p:cNvCxnSpPr/>
            <p:nvPr/>
          </p:nvCxnSpPr>
          <p:spPr>
            <a:xfrm>
              <a:off x="234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9" name="Google Shape;769;p14"/>
            <p:cNvCxnSpPr/>
            <p:nvPr/>
          </p:nvCxnSpPr>
          <p:spPr>
            <a:xfrm>
              <a:off x="468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0" name="Google Shape;770;p14"/>
            <p:cNvCxnSpPr/>
            <p:nvPr/>
          </p:nvCxnSpPr>
          <p:spPr>
            <a:xfrm>
              <a:off x="703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1" name="Google Shape;771;p14"/>
            <p:cNvCxnSpPr/>
            <p:nvPr/>
          </p:nvCxnSpPr>
          <p:spPr>
            <a:xfrm>
              <a:off x="937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2" name="Google Shape;772;p14"/>
            <p:cNvCxnSpPr/>
            <p:nvPr/>
          </p:nvCxnSpPr>
          <p:spPr>
            <a:xfrm>
              <a:off x="1172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3" name="Google Shape;773;p14"/>
            <p:cNvCxnSpPr/>
            <p:nvPr/>
          </p:nvCxnSpPr>
          <p:spPr>
            <a:xfrm>
              <a:off x="1406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4" name="Google Shape;774;p14"/>
            <p:cNvCxnSpPr/>
            <p:nvPr/>
          </p:nvCxnSpPr>
          <p:spPr>
            <a:xfrm>
              <a:off x="1641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5" name="Google Shape;775;p14"/>
            <p:cNvCxnSpPr/>
            <p:nvPr/>
          </p:nvCxnSpPr>
          <p:spPr>
            <a:xfrm>
              <a:off x="1875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6" name="Google Shape;776;p14"/>
            <p:cNvCxnSpPr/>
            <p:nvPr/>
          </p:nvCxnSpPr>
          <p:spPr>
            <a:xfrm>
              <a:off x="2110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7" name="Google Shape;777;p14"/>
            <p:cNvCxnSpPr/>
            <p:nvPr/>
          </p:nvCxnSpPr>
          <p:spPr>
            <a:xfrm>
              <a:off x="2344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8" name="Google Shape;778;p14"/>
            <p:cNvCxnSpPr/>
            <p:nvPr/>
          </p:nvCxnSpPr>
          <p:spPr>
            <a:xfrm>
              <a:off x="2579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9" name="Google Shape;779;p14"/>
            <p:cNvCxnSpPr/>
            <p:nvPr/>
          </p:nvCxnSpPr>
          <p:spPr>
            <a:xfrm>
              <a:off x="2813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0" name="Google Shape;780;p14"/>
            <p:cNvCxnSpPr/>
            <p:nvPr/>
          </p:nvCxnSpPr>
          <p:spPr>
            <a:xfrm>
              <a:off x="3048000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1" name="Google Shape;781;p14"/>
            <p:cNvCxnSpPr/>
            <p:nvPr/>
          </p:nvCxnSpPr>
          <p:spPr>
            <a:xfrm>
              <a:off x="3282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2" name="Google Shape;782;p14"/>
            <p:cNvCxnSpPr/>
            <p:nvPr/>
          </p:nvCxnSpPr>
          <p:spPr>
            <a:xfrm>
              <a:off x="3516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3" name="Google Shape;783;p14"/>
            <p:cNvCxnSpPr/>
            <p:nvPr/>
          </p:nvCxnSpPr>
          <p:spPr>
            <a:xfrm>
              <a:off x="3751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4" name="Google Shape;784;p14"/>
            <p:cNvCxnSpPr/>
            <p:nvPr/>
          </p:nvCxnSpPr>
          <p:spPr>
            <a:xfrm>
              <a:off x="3985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5" name="Google Shape;785;p14"/>
            <p:cNvCxnSpPr/>
            <p:nvPr/>
          </p:nvCxnSpPr>
          <p:spPr>
            <a:xfrm>
              <a:off x="4220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6" name="Google Shape;786;p14"/>
            <p:cNvCxnSpPr/>
            <p:nvPr/>
          </p:nvCxnSpPr>
          <p:spPr>
            <a:xfrm>
              <a:off x="4454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7" name="Google Shape;787;p14"/>
            <p:cNvCxnSpPr/>
            <p:nvPr/>
          </p:nvCxnSpPr>
          <p:spPr>
            <a:xfrm>
              <a:off x="4689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8" name="Google Shape;788;p14"/>
            <p:cNvCxnSpPr/>
            <p:nvPr/>
          </p:nvCxnSpPr>
          <p:spPr>
            <a:xfrm>
              <a:off x="4923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9" name="Google Shape;789;p14"/>
            <p:cNvCxnSpPr/>
            <p:nvPr/>
          </p:nvCxnSpPr>
          <p:spPr>
            <a:xfrm>
              <a:off x="5158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0" name="Google Shape;790;p14"/>
            <p:cNvCxnSpPr/>
            <p:nvPr/>
          </p:nvCxnSpPr>
          <p:spPr>
            <a:xfrm>
              <a:off x="5392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1" name="Google Shape;791;p14"/>
            <p:cNvCxnSpPr/>
            <p:nvPr/>
          </p:nvCxnSpPr>
          <p:spPr>
            <a:xfrm>
              <a:off x="5627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2" name="Google Shape;792;p14"/>
            <p:cNvCxnSpPr/>
            <p:nvPr/>
          </p:nvCxnSpPr>
          <p:spPr>
            <a:xfrm>
              <a:off x="5861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3" name="Google Shape;793;p14"/>
            <p:cNvCxnSpPr/>
            <p:nvPr/>
          </p:nvCxnSpPr>
          <p:spPr>
            <a:xfrm>
              <a:off x="6096000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4" name="Google Shape;794;p14"/>
            <p:cNvCxnSpPr/>
            <p:nvPr/>
          </p:nvCxnSpPr>
          <p:spPr>
            <a:xfrm>
              <a:off x="6330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5" name="Google Shape;795;p14"/>
            <p:cNvCxnSpPr/>
            <p:nvPr/>
          </p:nvCxnSpPr>
          <p:spPr>
            <a:xfrm>
              <a:off x="6564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6" name="Google Shape;796;p14"/>
            <p:cNvCxnSpPr/>
            <p:nvPr/>
          </p:nvCxnSpPr>
          <p:spPr>
            <a:xfrm>
              <a:off x="6799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7" name="Google Shape;797;p14"/>
            <p:cNvCxnSpPr/>
            <p:nvPr/>
          </p:nvCxnSpPr>
          <p:spPr>
            <a:xfrm>
              <a:off x="7033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8" name="Google Shape;798;p14"/>
            <p:cNvCxnSpPr/>
            <p:nvPr/>
          </p:nvCxnSpPr>
          <p:spPr>
            <a:xfrm>
              <a:off x="7268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9" name="Google Shape;799;p14"/>
            <p:cNvCxnSpPr/>
            <p:nvPr/>
          </p:nvCxnSpPr>
          <p:spPr>
            <a:xfrm>
              <a:off x="7502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0" name="Google Shape;800;p14"/>
            <p:cNvCxnSpPr/>
            <p:nvPr/>
          </p:nvCxnSpPr>
          <p:spPr>
            <a:xfrm>
              <a:off x="7737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1" name="Google Shape;801;p14"/>
            <p:cNvCxnSpPr/>
            <p:nvPr/>
          </p:nvCxnSpPr>
          <p:spPr>
            <a:xfrm>
              <a:off x="7971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2" name="Google Shape;802;p14"/>
            <p:cNvCxnSpPr/>
            <p:nvPr/>
          </p:nvCxnSpPr>
          <p:spPr>
            <a:xfrm>
              <a:off x="8206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3" name="Google Shape;803;p14"/>
            <p:cNvCxnSpPr/>
            <p:nvPr/>
          </p:nvCxnSpPr>
          <p:spPr>
            <a:xfrm>
              <a:off x="8440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4" name="Google Shape;804;p14"/>
            <p:cNvCxnSpPr/>
            <p:nvPr/>
          </p:nvCxnSpPr>
          <p:spPr>
            <a:xfrm>
              <a:off x="8675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5" name="Google Shape;805;p14"/>
            <p:cNvCxnSpPr/>
            <p:nvPr/>
          </p:nvCxnSpPr>
          <p:spPr>
            <a:xfrm>
              <a:off x="8909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806" name="Google Shape;806;p14"/>
            <p:cNvGrpSpPr/>
            <p:nvPr/>
          </p:nvGrpSpPr>
          <p:grpSpPr>
            <a:xfrm>
              <a:off x="-27250" y="7433"/>
              <a:ext cx="9178200" cy="5128634"/>
              <a:chOff x="-27250" y="7433"/>
              <a:chExt cx="9178200" cy="5128634"/>
            </a:xfrm>
          </p:grpSpPr>
          <p:cxnSp>
            <p:nvCxnSpPr>
              <p:cNvPr id="807" name="Google Shape;807;p14"/>
              <p:cNvCxnSpPr/>
              <p:nvPr/>
            </p:nvCxnSpPr>
            <p:spPr>
              <a:xfrm>
                <a:off x="-27250" y="743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8" name="Google Shape;808;p14"/>
              <p:cNvCxnSpPr/>
              <p:nvPr/>
            </p:nvCxnSpPr>
            <p:spPr>
              <a:xfrm>
                <a:off x="-27250" y="513606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9" name="Google Shape;809;p14"/>
              <p:cNvCxnSpPr/>
              <p:nvPr/>
            </p:nvCxnSpPr>
            <p:spPr>
              <a:xfrm>
                <a:off x="-27250" y="270711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0" name="Google Shape;810;p14"/>
              <p:cNvCxnSpPr/>
              <p:nvPr/>
            </p:nvCxnSpPr>
            <p:spPr>
              <a:xfrm>
                <a:off x="-27250" y="541421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1" name="Google Shape;811;p14"/>
              <p:cNvCxnSpPr/>
              <p:nvPr/>
            </p:nvCxnSpPr>
            <p:spPr>
              <a:xfrm>
                <a:off x="-27250" y="812132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2" name="Google Shape;812;p14"/>
              <p:cNvCxnSpPr/>
              <p:nvPr/>
            </p:nvCxnSpPr>
            <p:spPr>
              <a:xfrm>
                <a:off x="-27250" y="1082842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3" name="Google Shape;813;p14"/>
              <p:cNvCxnSpPr/>
              <p:nvPr/>
            </p:nvCxnSpPr>
            <p:spPr>
              <a:xfrm>
                <a:off x="-27250" y="135355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4" name="Google Shape;814;p14"/>
              <p:cNvCxnSpPr/>
              <p:nvPr/>
            </p:nvCxnSpPr>
            <p:spPr>
              <a:xfrm>
                <a:off x="-27250" y="162426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5" name="Google Shape;815;p14"/>
              <p:cNvCxnSpPr/>
              <p:nvPr/>
            </p:nvCxnSpPr>
            <p:spPr>
              <a:xfrm>
                <a:off x="-27250" y="1894974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6" name="Google Shape;816;p14"/>
              <p:cNvCxnSpPr/>
              <p:nvPr/>
            </p:nvCxnSpPr>
            <p:spPr>
              <a:xfrm>
                <a:off x="-27250" y="2165684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7" name="Google Shape;817;p14"/>
              <p:cNvCxnSpPr/>
              <p:nvPr/>
            </p:nvCxnSpPr>
            <p:spPr>
              <a:xfrm>
                <a:off x="-27250" y="2436395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8" name="Google Shape;818;p14"/>
              <p:cNvCxnSpPr/>
              <p:nvPr/>
            </p:nvCxnSpPr>
            <p:spPr>
              <a:xfrm>
                <a:off x="-27250" y="2707105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9" name="Google Shape;819;p14"/>
              <p:cNvCxnSpPr/>
              <p:nvPr/>
            </p:nvCxnSpPr>
            <p:spPr>
              <a:xfrm>
                <a:off x="-27250" y="2977816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0" name="Google Shape;820;p14"/>
              <p:cNvCxnSpPr/>
              <p:nvPr/>
            </p:nvCxnSpPr>
            <p:spPr>
              <a:xfrm>
                <a:off x="-27250" y="3248526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1" name="Google Shape;821;p14"/>
              <p:cNvCxnSpPr/>
              <p:nvPr/>
            </p:nvCxnSpPr>
            <p:spPr>
              <a:xfrm>
                <a:off x="-27250" y="351923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2" name="Google Shape;822;p14"/>
              <p:cNvCxnSpPr/>
              <p:nvPr/>
            </p:nvCxnSpPr>
            <p:spPr>
              <a:xfrm>
                <a:off x="-27250" y="378994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3" name="Google Shape;823;p14"/>
              <p:cNvCxnSpPr/>
              <p:nvPr/>
            </p:nvCxnSpPr>
            <p:spPr>
              <a:xfrm>
                <a:off x="-27250" y="4060658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4" name="Google Shape;824;p14"/>
              <p:cNvCxnSpPr/>
              <p:nvPr/>
            </p:nvCxnSpPr>
            <p:spPr>
              <a:xfrm>
                <a:off x="-27250" y="4331368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5" name="Google Shape;825;p14"/>
              <p:cNvCxnSpPr/>
              <p:nvPr/>
            </p:nvCxnSpPr>
            <p:spPr>
              <a:xfrm>
                <a:off x="-27250" y="4602079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6" name="Google Shape;826;p14"/>
              <p:cNvCxnSpPr/>
              <p:nvPr/>
            </p:nvCxnSpPr>
            <p:spPr>
              <a:xfrm>
                <a:off x="-27250" y="4872789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827" name="Google Shape;827;p14"/>
          <p:cNvSpPr/>
          <p:nvPr/>
        </p:nvSpPr>
        <p:spPr>
          <a:xfrm>
            <a:off x="249000" y="282450"/>
            <a:ext cx="8646300" cy="457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8" name="Google Shape;828;p14"/>
          <p:cNvGrpSpPr/>
          <p:nvPr/>
        </p:nvGrpSpPr>
        <p:grpSpPr>
          <a:xfrm>
            <a:off x="512550" y="529925"/>
            <a:ext cx="8130600" cy="4187400"/>
            <a:chOff x="512550" y="529925"/>
            <a:chExt cx="8130600" cy="4187400"/>
          </a:xfrm>
        </p:grpSpPr>
        <p:grpSp>
          <p:nvGrpSpPr>
            <p:cNvPr id="829" name="Google Shape;829;p14"/>
            <p:cNvGrpSpPr/>
            <p:nvPr/>
          </p:nvGrpSpPr>
          <p:grpSpPr>
            <a:xfrm>
              <a:off x="512550" y="529925"/>
              <a:ext cx="8130600" cy="4187400"/>
              <a:chOff x="512550" y="529925"/>
              <a:chExt cx="8130600" cy="4187400"/>
            </a:xfrm>
          </p:grpSpPr>
          <p:grpSp>
            <p:nvGrpSpPr>
              <p:cNvPr id="830" name="Google Shape;830;p14"/>
              <p:cNvGrpSpPr/>
              <p:nvPr/>
            </p:nvGrpSpPr>
            <p:grpSpPr>
              <a:xfrm>
                <a:off x="512550" y="529925"/>
                <a:ext cx="8130600" cy="4187400"/>
                <a:chOff x="512550" y="529925"/>
                <a:chExt cx="8130600" cy="4187400"/>
              </a:xfrm>
            </p:grpSpPr>
            <p:sp>
              <p:nvSpPr>
                <p:cNvPr id="831" name="Google Shape;831;p14"/>
                <p:cNvSpPr/>
                <p:nvPr/>
              </p:nvSpPr>
              <p:spPr>
                <a:xfrm>
                  <a:off x="512550" y="529925"/>
                  <a:ext cx="8130600" cy="418740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832" name="Google Shape;832;p14"/>
                <p:cNvCxnSpPr/>
                <p:nvPr/>
              </p:nvCxnSpPr>
              <p:spPr>
                <a:xfrm>
                  <a:off x="524425" y="1029828"/>
                  <a:ext cx="81186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833" name="Google Shape;833;p14"/>
              <p:cNvSpPr/>
              <p:nvPr/>
            </p:nvSpPr>
            <p:spPr>
              <a:xfrm>
                <a:off x="7110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14"/>
              <p:cNvSpPr/>
              <p:nvPr/>
            </p:nvSpPr>
            <p:spPr>
              <a:xfrm>
                <a:off x="8634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14"/>
              <p:cNvSpPr/>
              <p:nvPr/>
            </p:nvSpPr>
            <p:spPr>
              <a:xfrm>
                <a:off x="10158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836" name="Google Shape;836;p14"/>
            <p:cNvCxnSpPr/>
            <p:nvPr/>
          </p:nvCxnSpPr>
          <p:spPr>
            <a:xfrm>
              <a:off x="524425" y="4522222"/>
              <a:ext cx="81186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37" name="Google Shape;837;p14"/>
          <p:cNvSpPr txBox="1">
            <a:spLocks noGrp="1"/>
          </p:cNvSpPr>
          <p:nvPr>
            <p:ph type="title"/>
          </p:nvPr>
        </p:nvSpPr>
        <p:spPr>
          <a:xfrm>
            <a:off x="846675" y="845675"/>
            <a:ext cx="5405100" cy="104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38" name="Google Shape;838;p14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5272383" y="2756974"/>
            <a:ext cx="2778000" cy="17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39" name="Google Shape;839;p14"/>
          <p:cNvSpPr txBox="1">
            <a:spLocks noGrp="1"/>
          </p:cNvSpPr>
          <p:nvPr>
            <p:ph type="subTitle" idx="1"/>
          </p:nvPr>
        </p:nvSpPr>
        <p:spPr>
          <a:xfrm>
            <a:off x="2078575" y="1894475"/>
            <a:ext cx="2941200" cy="7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bg>
      <p:bgPr>
        <a:solidFill>
          <a:schemeClr val="dk2"/>
        </a:solidFill>
        <a:effectLst/>
      </p:bgPr>
    </p:bg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7" name="Google Shape;917;p16"/>
          <p:cNvGrpSpPr/>
          <p:nvPr/>
        </p:nvGrpSpPr>
        <p:grpSpPr>
          <a:xfrm>
            <a:off x="-27250" y="-63600"/>
            <a:ext cx="9178200" cy="5270700"/>
            <a:chOff x="-27250" y="-63600"/>
            <a:chExt cx="9178200" cy="5270700"/>
          </a:xfrm>
        </p:grpSpPr>
        <p:cxnSp>
          <p:nvCxnSpPr>
            <p:cNvPr id="918" name="Google Shape;918;p16"/>
            <p:cNvCxnSpPr/>
            <p:nvPr/>
          </p:nvCxnSpPr>
          <p:spPr>
            <a:xfrm>
              <a:off x="743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9" name="Google Shape;919;p16"/>
            <p:cNvCxnSpPr/>
            <p:nvPr/>
          </p:nvCxnSpPr>
          <p:spPr>
            <a:xfrm>
              <a:off x="913656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0" name="Google Shape;920;p16"/>
            <p:cNvCxnSpPr/>
            <p:nvPr/>
          </p:nvCxnSpPr>
          <p:spPr>
            <a:xfrm>
              <a:off x="234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1" name="Google Shape;921;p16"/>
            <p:cNvCxnSpPr/>
            <p:nvPr/>
          </p:nvCxnSpPr>
          <p:spPr>
            <a:xfrm>
              <a:off x="468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2" name="Google Shape;922;p16"/>
            <p:cNvCxnSpPr/>
            <p:nvPr/>
          </p:nvCxnSpPr>
          <p:spPr>
            <a:xfrm>
              <a:off x="703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3" name="Google Shape;923;p16"/>
            <p:cNvCxnSpPr/>
            <p:nvPr/>
          </p:nvCxnSpPr>
          <p:spPr>
            <a:xfrm>
              <a:off x="937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4" name="Google Shape;924;p16"/>
            <p:cNvCxnSpPr/>
            <p:nvPr/>
          </p:nvCxnSpPr>
          <p:spPr>
            <a:xfrm>
              <a:off x="1172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5" name="Google Shape;925;p16"/>
            <p:cNvCxnSpPr/>
            <p:nvPr/>
          </p:nvCxnSpPr>
          <p:spPr>
            <a:xfrm>
              <a:off x="1406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6" name="Google Shape;926;p16"/>
            <p:cNvCxnSpPr/>
            <p:nvPr/>
          </p:nvCxnSpPr>
          <p:spPr>
            <a:xfrm>
              <a:off x="1641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7" name="Google Shape;927;p16"/>
            <p:cNvCxnSpPr/>
            <p:nvPr/>
          </p:nvCxnSpPr>
          <p:spPr>
            <a:xfrm>
              <a:off x="1875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8" name="Google Shape;928;p16"/>
            <p:cNvCxnSpPr/>
            <p:nvPr/>
          </p:nvCxnSpPr>
          <p:spPr>
            <a:xfrm>
              <a:off x="2110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9" name="Google Shape;929;p16"/>
            <p:cNvCxnSpPr/>
            <p:nvPr/>
          </p:nvCxnSpPr>
          <p:spPr>
            <a:xfrm>
              <a:off x="2344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0" name="Google Shape;930;p16"/>
            <p:cNvCxnSpPr/>
            <p:nvPr/>
          </p:nvCxnSpPr>
          <p:spPr>
            <a:xfrm>
              <a:off x="2579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1" name="Google Shape;931;p16"/>
            <p:cNvCxnSpPr/>
            <p:nvPr/>
          </p:nvCxnSpPr>
          <p:spPr>
            <a:xfrm>
              <a:off x="2813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2" name="Google Shape;932;p16"/>
            <p:cNvCxnSpPr/>
            <p:nvPr/>
          </p:nvCxnSpPr>
          <p:spPr>
            <a:xfrm>
              <a:off x="3048000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3" name="Google Shape;933;p16"/>
            <p:cNvCxnSpPr/>
            <p:nvPr/>
          </p:nvCxnSpPr>
          <p:spPr>
            <a:xfrm>
              <a:off x="3282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4" name="Google Shape;934;p16"/>
            <p:cNvCxnSpPr/>
            <p:nvPr/>
          </p:nvCxnSpPr>
          <p:spPr>
            <a:xfrm>
              <a:off x="3516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5" name="Google Shape;935;p16"/>
            <p:cNvCxnSpPr/>
            <p:nvPr/>
          </p:nvCxnSpPr>
          <p:spPr>
            <a:xfrm>
              <a:off x="3751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6" name="Google Shape;936;p16"/>
            <p:cNvCxnSpPr/>
            <p:nvPr/>
          </p:nvCxnSpPr>
          <p:spPr>
            <a:xfrm>
              <a:off x="3985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7" name="Google Shape;937;p16"/>
            <p:cNvCxnSpPr/>
            <p:nvPr/>
          </p:nvCxnSpPr>
          <p:spPr>
            <a:xfrm>
              <a:off x="4220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8" name="Google Shape;938;p16"/>
            <p:cNvCxnSpPr/>
            <p:nvPr/>
          </p:nvCxnSpPr>
          <p:spPr>
            <a:xfrm>
              <a:off x="4454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9" name="Google Shape;939;p16"/>
            <p:cNvCxnSpPr/>
            <p:nvPr/>
          </p:nvCxnSpPr>
          <p:spPr>
            <a:xfrm>
              <a:off x="4689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0" name="Google Shape;940;p16"/>
            <p:cNvCxnSpPr/>
            <p:nvPr/>
          </p:nvCxnSpPr>
          <p:spPr>
            <a:xfrm>
              <a:off x="4923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1" name="Google Shape;941;p16"/>
            <p:cNvCxnSpPr/>
            <p:nvPr/>
          </p:nvCxnSpPr>
          <p:spPr>
            <a:xfrm>
              <a:off x="5158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2" name="Google Shape;942;p16"/>
            <p:cNvCxnSpPr/>
            <p:nvPr/>
          </p:nvCxnSpPr>
          <p:spPr>
            <a:xfrm>
              <a:off x="5392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3" name="Google Shape;943;p16"/>
            <p:cNvCxnSpPr/>
            <p:nvPr/>
          </p:nvCxnSpPr>
          <p:spPr>
            <a:xfrm>
              <a:off x="5627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4" name="Google Shape;944;p16"/>
            <p:cNvCxnSpPr/>
            <p:nvPr/>
          </p:nvCxnSpPr>
          <p:spPr>
            <a:xfrm>
              <a:off x="5861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5" name="Google Shape;945;p16"/>
            <p:cNvCxnSpPr/>
            <p:nvPr/>
          </p:nvCxnSpPr>
          <p:spPr>
            <a:xfrm>
              <a:off x="6096000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6" name="Google Shape;946;p16"/>
            <p:cNvCxnSpPr/>
            <p:nvPr/>
          </p:nvCxnSpPr>
          <p:spPr>
            <a:xfrm>
              <a:off x="6330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7" name="Google Shape;947;p16"/>
            <p:cNvCxnSpPr/>
            <p:nvPr/>
          </p:nvCxnSpPr>
          <p:spPr>
            <a:xfrm>
              <a:off x="6564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8" name="Google Shape;948;p16"/>
            <p:cNvCxnSpPr/>
            <p:nvPr/>
          </p:nvCxnSpPr>
          <p:spPr>
            <a:xfrm>
              <a:off x="6799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9" name="Google Shape;949;p16"/>
            <p:cNvCxnSpPr/>
            <p:nvPr/>
          </p:nvCxnSpPr>
          <p:spPr>
            <a:xfrm>
              <a:off x="7033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0" name="Google Shape;950;p16"/>
            <p:cNvCxnSpPr/>
            <p:nvPr/>
          </p:nvCxnSpPr>
          <p:spPr>
            <a:xfrm>
              <a:off x="7268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1" name="Google Shape;951;p16"/>
            <p:cNvCxnSpPr/>
            <p:nvPr/>
          </p:nvCxnSpPr>
          <p:spPr>
            <a:xfrm>
              <a:off x="7502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2" name="Google Shape;952;p16"/>
            <p:cNvCxnSpPr/>
            <p:nvPr/>
          </p:nvCxnSpPr>
          <p:spPr>
            <a:xfrm>
              <a:off x="7737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3" name="Google Shape;953;p16"/>
            <p:cNvCxnSpPr/>
            <p:nvPr/>
          </p:nvCxnSpPr>
          <p:spPr>
            <a:xfrm>
              <a:off x="7971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4" name="Google Shape;954;p16"/>
            <p:cNvCxnSpPr/>
            <p:nvPr/>
          </p:nvCxnSpPr>
          <p:spPr>
            <a:xfrm>
              <a:off x="8206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5" name="Google Shape;955;p16"/>
            <p:cNvCxnSpPr/>
            <p:nvPr/>
          </p:nvCxnSpPr>
          <p:spPr>
            <a:xfrm>
              <a:off x="8440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6" name="Google Shape;956;p16"/>
            <p:cNvCxnSpPr/>
            <p:nvPr/>
          </p:nvCxnSpPr>
          <p:spPr>
            <a:xfrm>
              <a:off x="8675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7" name="Google Shape;957;p16"/>
            <p:cNvCxnSpPr/>
            <p:nvPr/>
          </p:nvCxnSpPr>
          <p:spPr>
            <a:xfrm>
              <a:off x="8909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958" name="Google Shape;958;p16"/>
            <p:cNvGrpSpPr/>
            <p:nvPr/>
          </p:nvGrpSpPr>
          <p:grpSpPr>
            <a:xfrm>
              <a:off x="-27250" y="7433"/>
              <a:ext cx="9178200" cy="5128634"/>
              <a:chOff x="-27250" y="7433"/>
              <a:chExt cx="9178200" cy="5128634"/>
            </a:xfrm>
          </p:grpSpPr>
          <p:cxnSp>
            <p:nvCxnSpPr>
              <p:cNvPr id="959" name="Google Shape;959;p16"/>
              <p:cNvCxnSpPr/>
              <p:nvPr/>
            </p:nvCxnSpPr>
            <p:spPr>
              <a:xfrm>
                <a:off x="-27250" y="743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0" name="Google Shape;960;p16"/>
              <p:cNvCxnSpPr/>
              <p:nvPr/>
            </p:nvCxnSpPr>
            <p:spPr>
              <a:xfrm>
                <a:off x="-27250" y="513606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1" name="Google Shape;961;p16"/>
              <p:cNvCxnSpPr/>
              <p:nvPr/>
            </p:nvCxnSpPr>
            <p:spPr>
              <a:xfrm>
                <a:off x="-27250" y="270711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2" name="Google Shape;962;p16"/>
              <p:cNvCxnSpPr/>
              <p:nvPr/>
            </p:nvCxnSpPr>
            <p:spPr>
              <a:xfrm>
                <a:off x="-27250" y="541421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3" name="Google Shape;963;p16"/>
              <p:cNvCxnSpPr/>
              <p:nvPr/>
            </p:nvCxnSpPr>
            <p:spPr>
              <a:xfrm>
                <a:off x="-27250" y="812132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4" name="Google Shape;964;p16"/>
              <p:cNvCxnSpPr/>
              <p:nvPr/>
            </p:nvCxnSpPr>
            <p:spPr>
              <a:xfrm>
                <a:off x="-27250" y="1082842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5" name="Google Shape;965;p16"/>
              <p:cNvCxnSpPr/>
              <p:nvPr/>
            </p:nvCxnSpPr>
            <p:spPr>
              <a:xfrm>
                <a:off x="-27250" y="135355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6" name="Google Shape;966;p16"/>
              <p:cNvCxnSpPr/>
              <p:nvPr/>
            </p:nvCxnSpPr>
            <p:spPr>
              <a:xfrm>
                <a:off x="-27250" y="162426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7" name="Google Shape;967;p16"/>
              <p:cNvCxnSpPr/>
              <p:nvPr/>
            </p:nvCxnSpPr>
            <p:spPr>
              <a:xfrm>
                <a:off x="-27250" y="1894974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8" name="Google Shape;968;p16"/>
              <p:cNvCxnSpPr/>
              <p:nvPr/>
            </p:nvCxnSpPr>
            <p:spPr>
              <a:xfrm>
                <a:off x="-27250" y="2165684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9" name="Google Shape;969;p16"/>
              <p:cNvCxnSpPr/>
              <p:nvPr/>
            </p:nvCxnSpPr>
            <p:spPr>
              <a:xfrm>
                <a:off x="-27250" y="2436395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0" name="Google Shape;970;p16"/>
              <p:cNvCxnSpPr/>
              <p:nvPr/>
            </p:nvCxnSpPr>
            <p:spPr>
              <a:xfrm>
                <a:off x="-27250" y="2707105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1" name="Google Shape;971;p16"/>
              <p:cNvCxnSpPr/>
              <p:nvPr/>
            </p:nvCxnSpPr>
            <p:spPr>
              <a:xfrm>
                <a:off x="-27250" y="2977816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2" name="Google Shape;972;p16"/>
              <p:cNvCxnSpPr/>
              <p:nvPr/>
            </p:nvCxnSpPr>
            <p:spPr>
              <a:xfrm>
                <a:off x="-27250" y="3248526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3" name="Google Shape;973;p16"/>
              <p:cNvCxnSpPr/>
              <p:nvPr/>
            </p:nvCxnSpPr>
            <p:spPr>
              <a:xfrm>
                <a:off x="-27250" y="351923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4" name="Google Shape;974;p16"/>
              <p:cNvCxnSpPr/>
              <p:nvPr/>
            </p:nvCxnSpPr>
            <p:spPr>
              <a:xfrm>
                <a:off x="-27250" y="378994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5" name="Google Shape;975;p16"/>
              <p:cNvCxnSpPr/>
              <p:nvPr/>
            </p:nvCxnSpPr>
            <p:spPr>
              <a:xfrm>
                <a:off x="-27250" y="4060658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6" name="Google Shape;976;p16"/>
              <p:cNvCxnSpPr/>
              <p:nvPr/>
            </p:nvCxnSpPr>
            <p:spPr>
              <a:xfrm>
                <a:off x="-27250" y="4331368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7" name="Google Shape;977;p16"/>
              <p:cNvCxnSpPr/>
              <p:nvPr/>
            </p:nvCxnSpPr>
            <p:spPr>
              <a:xfrm>
                <a:off x="-27250" y="4602079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8" name="Google Shape;978;p16"/>
              <p:cNvCxnSpPr/>
              <p:nvPr/>
            </p:nvCxnSpPr>
            <p:spPr>
              <a:xfrm>
                <a:off x="-27250" y="4872789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979" name="Google Shape;979;p16"/>
          <p:cNvSpPr/>
          <p:nvPr/>
        </p:nvSpPr>
        <p:spPr>
          <a:xfrm>
            <a:off x="249000" y="282450"/>
            <a:ext cx="8646300" cy="457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0" name="Google Shape;980;p16"/>
          <p:cNvGrpSpPr/>
          <p:nvPr/>
        </p:nvGrpSpPr>
        <p:grpSpPr>
          <a:xfrm>
            <a:off x="512550" y="529925"/>
            <a:ext cx="8130600" cy="4187400"/>
            <a:chOff x="512550" y="529925"/>
            <a:chExt cx="8130600" cy="4187400"/>
          </a:xfrm>
        </p:grpSpPr>
        <p:grpSp>
          <p:nvGrpSpPr>
            <p:cNvPr id="981" name="Google Shape;981;p16"/>
            <p:cNvGrpSpPr/>
            <p:nvPr/>
          </p:nvGrpSpPr>
          <p:grpSpPr>
            <a:xfrm>
              <a:off x="512550" y="529925"/>
              <a:ext cx="8130600" cy="4187400"/>
              <a:chOff x="512550" y="529925"/>
              <a:chExt cx="8130600" cy="4187400"/>
            </a:xfrm>
          </p:grpSpPr>
          <p:grpSp>
            <p:nvGrpSpPr>
              <p:cNvPr id="982" name="Google Shape;982;p16"/>
              <p:cNvGrpSpPr/>
              <p:nvPr/>
            </p:nvGrpSpPr>
            <p:grpSpPr>
              <a:xfrm>
                <a:off x="512550" y="529925"/>
                <a:ext cx="8130600" cy="4187400"/>
                <a:chOff x="512550" y="529925"/>
                <a:chExt cx="8130600" cy="4187400"/>
              </a:xfrm>
            </p:grpSpPr>
            <p:sp>
              <p:nvSpPr>
                <p:cNvPr id="983" name="Google Shape;983;p16"/>
                <p:cNvSpPr/>
                <p:nvPr/>
              </p:nvSpPr>
              <p:spPr>
                <a:xfrm>
                  <a:off x="512550" y="529925"/>
                  <a:ext cx="8130600" cy="418740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984" name="Google Shape;984;p16"/>
                <p:cNvCxnSpPr/>
                <p:nvPr/>
              </p:nvCxnSpPr>
              <p:spPr>
                <a:xfrm>
                  <a:off x="524425" y="1029828"/>
                  <a:ext cx="81186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985" name="Google Shape;985;p16"/>
              <p:cNvSpPr/>
              <p:nvPr/>
            </p:nvSpPr>
            <p:spPr>
              <a:xfrm>
                <a:off x="7110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16"/>
              <p:cNvSpPr/>
              <p:nvPr/>
            </p:nvSpPr>
            <p:spPr>
              <a:xfrm>
                <a:off x="8634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16"/>
              <p:cNvSpPr/>
              <p:nvPr/>
            </p:nvSpPr>
            <p:spPr>
              <a:xfrm>
                <a:off x="10158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988" name="Google Shape;988;p16"/>
            <p:cNvCxnSpPr/>
            <p:nvPr/>
          </p:nvCxnSpPr>
          <p:spPr>
            <a:xfrm>
              <a:off x="524425" y="4522222"/>
              <a:ext cx="81186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89" name="Google Shape;989;p16"/>
          <p:cNvSpPr txBox="1">
            <a:spLocks noGrp="1"/>
          </p:cNvSpPr>
          <p:nvPr>
            <p:ph type="title"/>
          </p:nvPr>
        </p:nvSpPr>
        <p:spPr>
          <a:xfrm>
            <a:off x="1127100" y="445025"/>
            <a:ext cx="6889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90" name="Google Shape;990;p16"/>
          <p:cNvSpPr txBox="1">
            <a:spLocks noGrp="1"/>
          </p:cNvSpPr>
          <p:nvPr>
            <p:ph type="title" idx="2" hasCustomPrompt="1"/>
          </p:nvPr>
        </p:nvSpPr>
        <p:spPr>
          <a:xfrm>
            <a:off x="820434" y="1389525"/>
            <a:ext cx="598500" cy="5277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91" name="Google Shape;991;p16"/>
          <p:cNvSpPr txBox="1">
            <a:spLocks noGrp="1"/>
          </p:cNvSpPr>
          <p:nvPr>
            <p:ph type="title" idx="3"/>
          </p:nvPr>
        </p:nvSpPr>
        <p:spPr>
          <a:xfrm>
            <a:off x="1418913" y="1502875"/>
            <a:ext cx="287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3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92" name="Google Shape;992;p16"/>
          <p:cNvSpPr txBox="1">
            <a:spLocks noGrp="1"/>
          </p:cNvSpPr>
          <p:nvPr>
            <p:ph type="subTitle" idx="1"/>
          </p:nvPr>
        </p:nvSpPr>
        <p:spPr>
          <a:xfrm>
            <a:off x="1418913" y="1943675"/>
            <a:ext cx="2725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3" name="Google Shape;993;p16"/>
          <p:cNvSpPr txBox="1">
            <a:spLocks noGrp="1"/>
          </p:cNvSpPr>
          <p:nvPr>
            <p:ph type="title" idx="4" hasCustomPrompt="1"/>
          </p:nvPr>
        </p:nvSpPr>
        <p:spPr>
          <a:xfrm>
            <a:off x="820434" y="2972900"/>
            <a:ext cx="598500" cy="5277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94" name="Google Shape;994;p16"/>
          <p:cNvSpPr txBox="1">
            <a:spLocks noGrp="1"/>
          </p:cNvSpPr>
          <p:nvPr>
            <p:ph type="title" idx="5"/>
          </p:nvPr>
        </p:nvSpPr>
        <p:spPr>
          <a:xfrm>
            <a:off x="1418913" y="3086250"/>
            <a:ext cx="287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3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95" name="Google Shape;995;p16"/>
          <p:cNvSpPr txBox="1">
            <a:spLocks noGrp="1"/>
          </p:cNvSpPr>
          <p:nvPr>
            <p:ph type="subTitle" idx="6"/>
          </p:nvPr>
        </p:nvSpPr>
        <p:spPr>
          <a:xfrm>
            <a:off x="1418913" y="3527050"/>
            <a:ext cx="2725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6" name="Google Shape;996;p16"/>
          <p:cNvSpPr txBox="1">
            <a:spLocks noGrp="1"/>
          </p:cNvSpPr>
          <p:nvPr>
            <p:ph type="title" idx="7" hasCustomPrompt="1"/>
          </p:nvPr>
        </p:nvSpPr>
        <p:spPr>
          <a:xfrm>
            <a:off x="4816909" y="1389525"/>
            <a:ext cx="598500" cy="5277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97" name="Google Shape;997;p16"/>
          <p:cNvSpPr txBox="1">
            <a:spLocks noGrp="1"/>
          </p:cNvSpPr>
          <p:nvPr>
            <p:ph type="title" idx="8"/>
          </p:nvPr>
        </p:nvSpPr>
        <p:spPr>
          <a:xfrm>
            <a:off x="5415388" y="1502875"/>
            <a:ext cx="287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3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98" name="Google Shape;998;p16"/>
          <p:cNvSpPr txBox="1">
            <a:spLocks noGrp="1"/>
          </p:cNvSpPr>
          <p:nvPr>
            <p:ph type="subTitle" idx="9"/>
          </p:nvPr>
        </p:nvSpPr>
        <p:spPr>
          <a:xfrm>
            <a:off x="5415388" y="1943675"/>
            <a:ext cx="2725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9" name="Google Shape;999;p16"/>
          <p:cNvSpPr txBox="1">
            <a:spLocks noGrp="1"/>
          </p:cNvSpPr>
          <p:nvPr>
            <p:ph type="title" idx="13" hasCustomPrompt="1"/>
          </p:nvPr>
        </p:nvSpPr>
        <p:spPr>
          <a:xfrm>
            <a:off x="4816909" y="2972900"/>
            <a:ext cx="598500" cy="5277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00" name="Google Shape;1000;p16"/>
          <p:cNvSpPr txBox="1">
            <a:spLocks noGrp="1"/>
          </p:cNvSpPr>
          <p:nvPr>
            <p:ph type="title" idx="14"/>
          </p:nvPr>
        </p:nvSpPr>
        <p:spPr>
          <a:xfrm>
            <a:off x="5415388" y="3086250"/>
            <a:ext cx="287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3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01" name="Google Shape;1001;p16"/>
          <p:cNvSpPr txBox="1">
            <a:spLocks noGrp="1"/>
          </p:cNvSpPr>
          <p:nvPr>
            <p:ph type="subTitle" idx="15"/>
          </p:nvPr>
        </p:nvSpPr>
        <p:spPr>
          <a:xfrm>
            <a:off x="5415388" y="3527050"/>
            <a:ext cx="2725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tle and text">
  <p:cSld name="CUSTOM_1">
    <p:bg>
      <p:bgPr>
        <a:solidFill>
          <a:schemeClr val="dk2"/>
        </a:solidFill>
        <a:effectLst/>
      </p:bgPr>
    </p:bg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" name="Google Shape;1003;p17"/>
          <p:cNvGrpSpPr/>
          <p:nvPr/>
        </p:nvGrpSpPr>
        <p:grpSpPr>
          <a:xfrm>
            <a:off x="-27250" y="-63600"/>
            <a:ext cx="9178200" cy="5270700"/>
            <a:chOff x="-27250" y="-63600"/>
            <a:chExt cx="9178200" cy="5270700"/>
          </a:xfrm>
        </p:grpSpPr>
        <p:cxnSp>
          <p:nvCxnSpPr>
            <p:cNvPr id="1004" name="Google Shape;1004;p17"/>
            <p:cNvCxnSpPr/>
            <p:nvPr/>
          </p:nvCxnSpPr>
          <p:spPr>
            <a:xfrm>
              <a:off x="743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5" name="Google Shape;1005;p17"/>
            <p:cNvCxnSpPr/>
            <p:nvPr/>
          </p:nvCxnSpPr>
          <p:spPr>
            <a:xfrm>
              <a:off x="913656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6" name="Google Shape;1006;p17"/>
            <p:cNvCxnSpPr/>
            <p:nvPr/>
          </p:nvCxnSpPr>
          <p:spPr>
            <a:xfrm>
              <a:off x="234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7" name="Google Shape;1007;p17"/>
            <p:cNvCxnSpPr/>
            <p:nvPr/>
          </p:nvCxnSpPr>
          <p:spPr>
            <a:xfrm>
              <a:off x="468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8" name="Google Shape;1008;p17"/>
            <p:cNvCxnSpPr/>
            <p:nvPr/>
          </p:nvCxnSpPr>
          <p:spPr>
            <a:xfrm>
              <a:off x="703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9" name="Google Shape;1009;p17"/>
            <p:cNvCxnSpPr/>
            <p:nvPr/>
          </p:nvCxnSpPr>
          <p:spPr>
            <a:xfrm>
              <a:off x="937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0" name="Google Shape;1010;p17"/>
            <p:cNvCxnSpPr/>
            <p:nvPr/>
          </p:nvCxnSpPr>
          <p:spPr>
            <a:xfrm>
              <a:off x="1172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1" name="Google Shape;1011;p17"/>
            <p:cNvCxnSpPr/>
            <p:nvPr/>
          </p:nvCxnSpPr>
          <p:spPr>
            <a:xfrm>
              <a:off x="1406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2" name="Google Shape;1012;p17"/>
            <p:cNvCxnSpPr/>
            <p:nvPr/>
          </p:nvCxnSpPr>
          <p:spPr>
            <a:xfrm>
              <a:off x="1641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3" name="Google Shape;1013;p17"/>
            <p:cNvCxnSpPr/>
            <p:nvPr/>
          </p:nvCxnSpPr>
          <p:spPr>
            <a:xfrm>
              <a:off x="1875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4" name="Google Shape;1014;p17"/>
            <p:cNvCxnSpPr/>
            <p:nvPr/>
          </p:nvCxnSpPr>
          <p:spPr>
            <a:xfrm>
              <a:off x="2110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5" name="Google Shape;1015;p17"/>
            <p:cNvCxnSpPr/>
            <p:nvPr/>
          </p:nvCxnSpPr>
          <p:spPr>
            <a:xfrm>
              <a:off x="2344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6" name="Google Shape;1016;p17"/>
            <p:cNvCxnSpPr/>
            <p:nvPr/>
          </p:nvCxnSpPr>
          <p:spPr>
            <a:xfrm>
              <a:off x="2579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7" name="Google Shape;1017;p17"/>
            <p:cNvCxnSpPr/>
            <p:nvPr/>
          </p:nvCxnSpPr>
          <p:spPr>
            <a:xfrm>
              <a:off x="2813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8" name="Google Shape;1018;p17"/>
            <p:cNvCxnSpPr/>
            <p:nvPr/>
          </p:nvCxnSpPr>
          <p:spPr>
            <a:xfrm>
              <a:off x="3048000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9" name="Google Shape;1019;p17"/>
            <p:cNvCxnSpPr/>
            <p:nvPr/>
          </p:nvCxnSpPr>
          <p:spPr>
            <a:xfrm>
              <a:off x="3282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0" name="Google Shape;1020;p17"/>
            <p:cNvCxnSpPr/>
            <p:nvPr/>
          </p:nvCxnSpPr>
          <p:spPr>
            <a:xfrm>
              <a:off x="3516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1" name="Google Shape;1021;p17"/>
            <p:cNvCxnSpPr/>
            <p:nvPr/>
          </p:nvCxnSpPr>
          <p:spPr>
            <a:xfrm>
              <a:off x="3751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2" name="Google Shape;1022;p17"/>
            <p:cNvCxnSpPr/>
            <p:nvPr/>
          </p:nvCxnSpPr>
          <p:spPr>
            <a:xfrm>
              <a:off x="3985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3" name="Google Shape;1023;p17"/>
            <p:cNvCxnSpPr/>
            <p:nvPr/>
          </p:nvCxnSpPr>
          <p:spPr>
            <a:xfrm>
              <a:off x="4220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4" name="Google Shape;1024;p17"/>
            <p:cNvCxnSpPr/>
            <p:nvPr/>
          </p:nvCxnSpPr>
          <p:spPr>
            <a:xfrm>
              <a:off x="4454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5" name="Google Shape;1025;p17"/>
            <p:cNvCxnSpPr/>
            <p:nvPr/>
          </p:nvCxnSpPr>
          <p:spPr>
            <a:xfrm>
              <a:off x="4689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6" name="Google Shape;1026;p17"/>
            <p:cNvCxnSpPr/>
            <p:nvPr/>
          </p:nvCxnSpPr>
          <p:spPr>
            <a:xfrm>
              <a:off x="4923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7" name="Google Shape;1027;p17"/>
            <p:cNvCxnSpPr/>
            <p:nvPr/>
          </p:nvCxnSpPr>
          <p:spPr>
            <a:xfrm>
              <a:off x="5158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8" name="Google Shape;1028;p17"/>
            <p:cNvCxnSpPr/>
            <p:nvPr/>
          </p:nvCxnSpPr>
          <p:spPr>
            <a:xfrm>
              <a:off x="5392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9" name="Google Shape;1029;p17"/>
            <p:cNvCxnSpPr/>
            <p:nvPr/>
          </p:nvCxnSpPr>
          <p:spPr>
            <a:xfrm>
              <a:off x="5627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0" name="Google Shape;1030;p17"/>
            <p:cNvCxnSpPr/>
            <p:nvPr/>
          </p:nvCxnSpPr>
          <p:spPr>
            <a:xfrm>
              <a:off x="5861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1" name="Google Shape;1031;p17"/>
            <p:cNvCxnSpPr/>
            <p:nvPr/>
          </p:nvCxnSpPr>
          <p:spPr>
            <a:xfrm>
              <a:off x="6096000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2" name="Google Shape;1032;p17"/>
            <p:cNvCxnSpPr/>
            <p:nvPr/>
          </p:nvCxnSpPr>
          <p:spPr>
            <a:xfrm>
              <a:off x="6330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3" name="Google Shape;1033;p17"/>
            <p:cNvCxnSpPr/>
            <p:nvPr/>
          </p:nvCxnSpPr>
          <p:spPr>
            <a:xfrm>
              <a:off x="6564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4" name="Google Shape;1034;p17"/>
            <p:cNvCxnSpPr/>
            <p:nvPr/>
          </p:nvCxnSpPr>
          <p:spPr>
            <a:xfrm>
              <a:off x="6799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5" name="Google Shape;1035;p17"/>
            <p:cNvCxnSpPr/>
            <p:nvPr/>
          </p:nvCxnSpPr>
          <p:spPr>
            <a:xfrm>
              <a:off x="7033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6" name="Google Shape;1036;p17"/>
            <p:cNvCxnSpPr/>
            <p:nvPr/>
          </p:nvCxnSpPr>
          <p:spPr>
            <a:xfrm>
              <a:off x="7268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7" name="Google Shape;1037;p17"/>
            <p:cNvCxnSpPr/>
            <p:nvPr/>
          </p:nvCxnSpPr>
          <p:spPr>
            <a:xfrm>
              <a:off x="7502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8" name="Google Shape;1038;p17"/>
            <p:cNvCxnSpPr/>
            <p:nvPr/>
          </p:nvCxnSpPr>
          <p:spPr>
            <a:xfrm>
              <a:off x="7737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9" name="Google Shape;1039;p17"/>
            <p:cNvCxnSpPr/>
            <p:nvPr/>
          </p:nvCxnSpPr>
          <p:spPr>
            <a:xfrm>
              <a:off x="7971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0" name="Google Shape;1040;p17"/>
            <p:cNvCxnSpPr/>
            <p:nvPr/>
          </p:nvCxnSpPr>
          <p:spPr>
            <a:xfrm>
              <a:off x="8206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1" name="Google Shape;1041;p17"/>
            <p:cNvCxnSpPr/>
            <p:nvPr/>
          </p:nvCxnSpPr>
          <p:spPr>
            <a:xfrm>
              <a:off x="8440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2" name="Google Shape;1042;p17"/>
            <p:cNvCxnSpPr/>
            <p:nvPr/>
          </p:nvCxnSpPr>
          <p:spPr>
            <a:xfrm>
              <a:off x="8675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3" name="Google Shape;1043;p17"/>
            <p:cNvCxnSpPr/>
            <p:nvPr/>
          </p:nvCxnSpPr>
          <p:spPr>
            <a:xfrm>
              <a:off x="8909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44" name="Google Shape;1044;p17"/>
            <p:cNvGrpSpPr/>
            <p:nvPr/>
          </p:nvGrpSpPr>
          <p:grpSpPr>
            <a:xfrm>
              <a:off x="-27250" y="7433"/>
              <a:ext cx="9178200" cy="5128634"/>
              <a:chOff x="-27250" y="7433"/>
              <a:chExt cx="9178200" cy="5128634"/>
            </a:xfrm>
          </p:grpSpPr>
          <p:cxnSp>
            <p:nvCxnSpPr>
              <p:cNvPr id="1045" name="Google Shape;1045;p17"/>
              <p:cNvCxnSpPr/>
              <p:nvPr/>
            </p:nvCxnSpPr>
            <p:spPr>
              <a:xfrm>
                <a:off x="-27250" y="743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6" name="Google Shape;1046;p17"/>
              <p:cNvCxnSpPr/>
              <p:nvPr/>
            </p:nvCxnSpPr>
            <p:spPr>
              <a:xfrm>
                <a:off x="-27250" y="513606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7" name="Google Shape;1047;p17"/>
              <p:cNvCxnSpPr/>
              <p:nvPr/>
            </p:nvCxnSpPr>
            <p:spPr>
              <a:xfrm>
                <a:off x="-27250" y="270711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8" name="Google Shape;1048;p17"/>
              <p:cNvCxnSpPr/>
              <p:nvPr/>
            </p:nvCxnSpPr>
            <p:spPr>
              <a:xfrm>
                <a:off x="-27250" y="541421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9" name="Google Shape;1049;p17"/>
              <p:cNvCxnSpPr/>
              <p:nvPr/>
            </p:nvCxnSpPr>
            <p:spPr>
              <a:xfrm>
                <a:off x="-27250" y="812132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0" name="Google Shape;1050;p17"/>
              <p:cNvCxnSpPr/>
              <p:nvPr/>
            </p:nvCxnSpPr>
            <p:spPr>
              <a:xfrm>
                <a:off x="-27250" y="1082842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1" name="Google Shape;1051;p17"/>
              <p:cNvCxnSpPr/>
              <p:nvPr/>
            </p:nvCxnSpPr>
            <p:spPr>
              <a:xfrm>
                <a:off x="-27250" y="135355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2" name="Google Shape;1052;p17"/>
              <p:cNvCxnSpPr/>
              <p:nvPr/>
            </p:nvCxnSpPr>
            <p:spPr>
              <a:xfrm>
                <a:off x="-27250" y="162426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3" name="Google Shape;1053;p17"/>
              <p:cNvCxnSpPr/>
              <p:nvPr/>
            </p:nvCxnSpPr>
            <p:spPr>
              <a:xfrm>
                <a:off x="-27250" y="1894974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4" name="Google Shape;1054;p17"/>
              <p:cNvCxnSpPr/>
              <p:nvPr/>
            </p:nvCxnSpPr>
            <p:spPr>
              <a:xfrm>
                <a:off x="-27250" y="2165684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5" name="Google Shape;1055;p17"/>
              <p:cNvCxnSpPr/>
              <p:nvPr/>
            </p:nvCxnSpPr>
            <p:spPr>
              <a:xfrm>
                <a:off x="-27250" y="2436395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6" name="Google Shape;1056;p17"/>
              <p:cNvCxnSpPr/>
              <p:nvPr/>
            </p:nvCxnSpPr>
            <p:spPr>
              <a:xfrm>
                <a:off x="-27250" y="2707105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7" name="Google Shape;1057;p17"/>
              <p:cNvCxnSpPr/>
              <p:nvPr/>
            </p:nvCxnSpPr>
            <p:spPr>
              <a:xfrm>
                <a:off x="-27250" y="2977816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8" name="Google Shape;1058;p17"/>
              <p:cNvCxnSpPr/>
              <p:nvPr/>
            </p:nvCxnSpPr>
            <p:spPr>
              <a:xfrm>
                <a:off x="-27250" y="3248526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9" name="Google Shape;1059;p17"/>
              <p:cNvCxnSpPr/>
              <p:nvPr/>
            </p:nvCxnSpPr>
            <p:spPr>
              <a:xfrm>
                <a:off x="-27250" y="351923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0" name="Google Shape;1060;p17"/>
              <p:cNvCxnSpPr/>
              <p:nvPr/>
            </p:nvCxnSpPr>
            <p:spPr>
              <a:xfrm>
                <a:off x="-27250" y="378994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1" name="Google Shape;1061;p17"/>
              <p:cNvCxnSpPr/>
              <p:nvPr/>
            </p:nvCxnSpPr>
            <p:spPr>
              <a:xfrm>
                <a:off x="-27250" y="4060658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2" name="Google Shape;1062;p17"/>
              <p:cNvCxnSpPr/>
              <p:nvPr/>
            </p:nvCxnSpPr>
            <p:spPr>
              <a:xfrm>
                <a:off x="-27250" y="4331368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3" name="Google Shape;1063;p17"/>
              <p:cNvCxnSpPr/>
              <p:nvPr/>
            </p:nvCxnSpPr>
            <p:spPr>
              <a:xfrm>
                <a:off x="-27250" y="4602079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4" name="Google Shape;1064;p17"/>
              <p:cNvCxnSpPr/>
              <p:nvPr/>
            </p:nvCxnSpPr>
            <p:spPr>
              <a:xfrm>
                <a:off x="-27250" y="4872789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065" name="Google Shape;1065;p17"/>
          <p:cNvSpPr/>
          <p:nvPr/>
        </p:nvSpPr>
        <p:spPr>
          <a:xfrm>
            <a:off x="249000" y="282450"/>
            <a:ext cx="8646300" cy="457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6" name="Google Shape;1066;p17"/>
          <p:cNvSpPr txBox="1">
            <a:spLocks noGrp="1"/>
          </p:cNvSpPr>
          <p:nvPr>
            <p:ph type="title"/>
          </p:nvPr>
        </p:nvSpPr>
        <p:spPr>
          <a:xfrm>
            <a:off x="1653600" y="1189688"/>
            <a:ext cx="5836800" cy="168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1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67" name="Google Shape;1067;p17"/>
          <p:cNvSpPr txBox="1">
            <a:spLocks noGrp="1"/>
          </p:cNvSpPr>
          <p:nvPr>
            <p:ph type="subTitle" idx="1"/>
          </p:nvPr>
        </p:nvSpPr>
        <p:spPr>
          <a:xfrm>
            <a:off x="2585250" y="3284338"/>
            <a:ext cx="39735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bg>
      <p:bgPr>
        <a:solidFill>
          <a:schemeClr val="dk2"/>
        </a:solidFill>
        <a:effectLst/>
      </p:bgPr>
    </p:bg>
    <p:spTree>
      <p:nvGrpSpPr>
        <p:cNvPr id="1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9" name="Google Shape;1069;p18"/>
          <p:cNvGrpSpPr/>
          <p:nvPr/>
        </p:nvGrpSpPr>
        <p:grpSpPr>
          <a:xfrm>
            <a:off x="-27250" y="-63600"/>
            <a:ext cx="9178200" cy="5270700"/>
            <a:chOff x="-27250" y="-63600"/>
            <a:chExt cx="9178200" cy="5270700"/>
          </a:xfrm>
        </p:grpSpPr>
        <p:cxnSp>
          <p:nvCxnSpPr>
            <p:cNvPr id="1070" name="Google Shape;1070;p18"/>
            <p:cNvCxnSpPr/>
            <p:nvPr/>
          </p:nvCxnSpPr>
          <p:spPr>
            <a:xfrm>
              <a:off x="743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1" name="Google Shape;1071;p18"/>
            <p:cNvCxnSpPr/>
            <p:nvPr/>
          </p:nvCxnSpPr>
          <p:spPr>
            <a:xfrm>
              <a:off x="913656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2" name="Google Shape;1072;p18"/>
            <p:cNvCxnSpPr/>
            <p:nvPr/>
          </p:nvCxnSpPr>
          <p:spPr>
            <a:xfrm>
              <a:off x="234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3" name="Google Shape;1073;p18"/>
            <p:cNvCxnSpPr/>
            <p:nvPr/>
          </p:nvCxnSpPr>
          <p:spPr>
            <a:xfrm>
              <a:off x="468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4" name="Google Shape;1074;p18"/>
            <p:cNvCxnSpPr/>
            <p:nvPr/>
          </p:nvCxnSpPr>
          <p:spPr>
            <a:xfrm>
              <a:off x="703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5" name="Google Shape;1075;p18"/>
            <p:cNvCxnSpPr/>
            <p:nvPr/>
          </p:nvCxnSpPr>
          <p:spPr>
            <a:xfrm>
              <a:off x="937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6" name="Google Shape;1076;p18"/>
            <p:cNvCxnSpPr/>
            <p:nvPr/>
          </p:nvCxnSpPr>
          <p:spPr>
            <a:xfrm>
              <a:off x="1172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7" name="Google Shape;1077;p18"/>
            <p:cNvCxnSpPr/>
            <p:nvPr/>
          </p:nvCxnSpPr>
          <p:spPr>
            <a:xfrm>
              <a:off x="1406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8" name="Google Shape;1078;p18"/>
            <p:cNvCxnSpPr/>
            <p:nvPr/>
          </p:nvCxnSpPr>
          <p:spPr>
            <a:xfrm>
              <a:off x="1641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9" name="Google Shape;1079;p18"/>
            <p:cNvCxnSpPr/>
            <p:nvPr/>
          </p:nvCxnSpPr>
          <p:spPr>
            <a:xfrm>
              <a:off x="1875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0" name="Google Shape;1080;p18"/>
            <p:cNvCxnSpPr/>
            <p:nvPr/>
          </p:nvCxnSpPr>
          <p:spPr>
            <a:xfrm>
              <a:off x="2110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1" name="Google Shape;1081;p18"/>
            <p:cNvCxnSpPr/>
            <p:nvPr/>
          </p:nvCxnSpPr>
          <p:spPr>
            <a:xfrm>
              <a:off x="2344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2" name="Google Shape;1082;p18"/>
            <p:cNvCxnSpPr/>
            <p:nvPr/>
          </p:nvCxnSpPr>
          <p:spPr>
            <a:xfrm>
              <a:off x="2579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3" name="Google Shape;1083;p18"/>
            <p:cNvCxnSpPr/>
            <p:nvPr/>
          </p:nvCxnSpPr>
          <p:spPr>
            <a:xfrm>
              <a:off x="2813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4" name="Google Shape;1084;p18"/>
            <p:cNvCxnSpPr/>
            <p:nvPr/>
          </p:nvCxnSpPr>
          <p:spPr>
            <a:xfrm>
              <a:off x="3048000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5" name="Google Shape;1085;p18"/>
            <p:cNvCxnSpPr/>
            <p:nvPr/>
          </p:nvCxnSpPr>
          <p:spPr>
            <a:xfrm>
              <a:off x="3282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6" name="Google Shape;1086;p18"/>
            <p:cNvCxnSpPr/>
            <p:nvPr/>
          </p:nvCxnSpPr>
          <p:spPr>
            <a:xfrm>
              <a:off x="3516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7" name="Google Shape;1087;p18"/>
            <p:cNvCxnSpPr/>
            <p:nvPr/>
          </p:nvCxnSpPr>
          <p:spPr>
            <a:xfrm>
              <a:off x="3751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8" name="Google Shape;1088;p18"/>
            <p:cNvCxnSpPr/>
            <p:nvPr/>
          </p:nvCxnSpPr>
          <p:spPr>
            <a:xfrm>
              <a:off x="3985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9" name="Google Shape;1089;p18"/>
            <p:cNvCxnSpPr/>
            <p:nvPr/>
          </p:nvCxnSpPr>
          <p:spPr>
            <a:xfrm>
              <a:off x="4220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0" name="Google Shape;1090;p18"/>
            <p:cNvCxnSpPr/>
            <p:nvPr/>
          </p:nvCxnSpPr>
          <p:spPr>
            <a:xfrm>
              <a:off x="4454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1" name="Google Shape;1091;p18"/>
            <p:cNvCxnSpPr/>
            <p:nvPr/>
          </p:nvCxnSpPr>
          <p:spPr>
            <a:xfrm>
              <a:off x="4689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2" name="Google Shape;1092;p18"/>
            <p:cNvCxnSpPr/>
            <p:nvPr/>
          </p:nvCxnSpPr>
          <p:spPr>
            <a:xfrm>
              <a:off x="4923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3" name="Google Shape;1093;p18"/>
            <p:cNvCxnSpPr/>
            <p:nvPr/>
          </p:nvCxnSpPr>
          <p:spPr>
            <a:xfrm>
              <a:off x="5158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4" name="Google Shape;1094;p18"/>
            <p:cNvCxnSpPr/>
            <p:nvPr/>
          </p:nvCxnSpPr>
          <p:spPr>
            <a:xfrm>
              <a:off x="5392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5" name="Google Shape;1095;p18"/>
            <p:cNvCxnSpPr/>
            <p:nvPr/>
          </p:nvCxnSpPr>
          <p:spPr>
            <a:xfrm>
              <a:off x="5627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6" name="Google Shape;1096;p18"/>
            <p:cNvCxnSpPr/>
            <p:nvPr/>
          </p:nvCxnSpPr>
          <p:spPr>
            <a:xfrm>
              <a:off x="5861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7" name="Google Shape;1097;p18"/>
            <p:cNvCxnSpPr/>
            <p:nvPr/>
          </p:nvCxnSpPr>
          <p:spPr>
            <a:xfrm>
              <a:off x="6096000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8" name="Google Shape;1098;p18"/>
            <p:cNvCxnSpPr/>
            <p:nvPr/>
          </p:nvCxnSpPr>
          <p:spPr>
            <a:xfrm>
              <a:off x="6330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9" name="Google Shape;1099;p18"/>
            <p:cNvCxnSpPr/>
            <p:nvPr/>
          </p:nvCxnSpPr>
          <p:spPr>
            <a:xfrm>
              <a:off x="6564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0" name="Google Shape;1100;p18"/>
            <p:cNvCxnSpPr/>
            <p:nvPr/>
          </p:nvCxnSpPr>
          <p:spPr>
            <a:xfrm>
              <a:off x="6799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1" name="Google Shape;1101;p18"/>
            <p:cNvCxnSpPr/>
            <p:nvPr/>
          </p:nvCxnSpPr>
          <p:spPr>
            <a:xfrm>
              <a:off x="7033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2" name="Google Shape;1102;p18"/>
            <p:cNvCxnSpPr/>
            <p:nvPr/>
          </p:nvCxnSpPr>
          <p:spPr>
            <a:xfrm>
              <a:off x="7268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3" name="Google Shape;1103;p18"/>
            <p:cNvCxnSpPr/>
            <p:nvPr/>
          </p:nvCxnSpPr>
          <p:spPr>
            <a:xfrm>
              <a:off x="7502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4" name="Google Shape;1104;p18"/>
            <p:cNvCxnSpPr/>
            <p:nvPr/>
          </p:nvCxnSpPr>
          <p:spPr>
            <a:xfrm>
              <a:off x="7737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5" name="Google Shape;1105;p18"/>
            <p:cNvCxnSpPr/>
            <p:nvPr/>
          </p:nvCxnSpPr>
          <p:spPr>
            <a:xfrm>
              <a:off x="7971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6" name="Google Shape;1106;p18"/>
            <p:cNvCxnSpPr/>
            <p:nvPr/>
          </p:nvCxnSpPr>
          <p:spPr>
            <a:xfrm>
              <a:off x="8206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7" name="Google Shape;1107;p18"/>
            <p:cNvCxnSpPr/>
            <p:nvPr/>
          </p:nvCxnSpPr>
          <p:spPr>
            <a:xfrm>
              <a:off x="8440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8" name="Google Shape;1108;p18"/>
            <p:cNvCxnSpPr/>
            <p:nvPr/>
          </p:nvCxnSpPr>
          <p:spPr>
            <a:xfrm>
              <a:off x="8675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9" name="Google Shape;1109;p18"/>
            <p:cNvCxnSpPr/>
            <p:nvPr/>
          </p:nvCxnSpPr>
          <p:spPr>
            <a:xfrm>
              <a:off x="8909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10" name="Google Shape;1110;p18"/>
            <p:cNvGrpSpPr/>
            <p:nvPr/>
          </p:nvGrpSpPr>
          <p:grpSpPr>
            <a:xfrm>
              <a:off x="-27250" y="7433"/>
              <a:ext cx="9178200" cy="5128634"/>
              <a:chOff x="-27250" y="7433"/>
              <a:chExt cx="9178200" cy="5128634"/>
            </a:xfrm>
          </p:grpSpPr>
          <p:cxnSp>
            <p:nvCxnSpPr>
              <p:cNvPr id="1111" name="Google Shape;1111;p18"/>
              <p:cNvCxnSpPr/>
              <p:nvPr/>
            </p:nvCxnSpPr>
            <p:spPr>
              <a:xfrm>
                <a:off x="-27250" y="743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2" name="Google Shape;1112;p18"/>
              <p:cNvCxnSpPr/>
              <p:nvPr/>
            </p:nvCxnSpPr>
            <p:spPr>
              <a:xfrm>
                <a:off x="-27250" y="513606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3" name="Google Shape;1113;p18"/>
              <p:cNvCxnSpPr/>
              <p:nvPr/>
            </p:nvCxnSpPr>
            <p:spPr>
              <a:xfrm>
                <a:off x="-27250" y="270711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4" name="Google Shape;1114;p18"/>
              <p:cNvCxnSpPr/>
              <p:nvPr/>
            </p:nvCxnSpPr>
            <p:spPr>
              <a:xfrm>
                <a:off x="-27250" y="541421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5" name="Google Shape;1115;p18"/>
              <p:cNvCxnSpPr/>
              <p:nvPr/>
            </p:nvCxnSpPr>
            <p:spPr>
              <a:xfrm>
                <a:off x="-27250" y="812132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6" name="Google Shape;1116;p18"/>
              <p:cNvCxnSpPr/>
              <p:nvPr/>
            </p:nvCxnSpPr>
            <p:spPr>
              <a:xfrm>
                <a:off x="-27250" y="1082842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7" name="Google Shape;1117;p18"/>
              <p:cNvCxnSpPr/>
              <p:nvPr/>
            </p:nvCxnSpPr>
            <p:spPr>
              <a:xfrm>
                <a:off x="-27250" y="135355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8" name="Google Shape;1118;p18"/>
              <p:cNvCxnSpPr/>
              <p:nvPr/>
            </p:nvCxnSpPr>
            <p:spPr>
              <a:xfrm>
                <a:off x="-27250" y="162426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9" name="Google Shape;1119;p18"/>
              <p:cNvCxnSpPr/>
              <p:nvPr/>
            </p:nvCxnSpPr>
            <p:spPr>
              <a:xfrm>
                <a:off x="-27250" y="1894974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0" name="Google Shape;1120;p18"/>
              <p:cNvCxnSpPr/>
              <p:nvPr/>
            </p:nvCxnSpPr>
            <p:spPr>
              <a:xfrm>
                <a:off x="-27250" y="2165684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1" name="Google Shape;1121;p18"/>
              <p:cNvCxnSpPr/>
              <p:nvPr/>
            </p:nvCxnSpPr>
            <p:spPr>
              <a:xfrm>
                <a:off x="-27250" y="2436395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2" name="Google Shape;1122;p18"/>
              <p:cNvCxnSpPr/>
              <p:nvPr/>
            </p:nvCxnSpPr>
            <p:spPr>
              <a:xfrm>
                <a:off x="-27250" y="2707105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3" name="Google Shape;1123;p18"/>
              <p:cNvCxnSpPr/>
              <p:nvPr/>
            </p:nvCxnSpPr>
            <p:spPr>
              <a:xfrm>
                <a:off x="-27250" y="2977816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4" name="Google Shape;1124;p18"/>
              <p:cNvCxnSpPr/>
              <p:nvPr/>
            </p:nvCxnSpPr>
            <p:spPr>
              <a:xfrm>
                <a:off x="-27250" y="3248526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5" name="Google Shape;1125;p18"/>
              <p:cNvCxnSpPr/>
              <p:nvPr/>
            </p:nvCxnSpPr>
            <p:spPr>
              <a:xfrm>
                <a:off x="-27250" y="351923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6" name="Google Shape;1126;p18"/>
              <p:cNvCxnSpPr/>
              <p:nvPr/>
            </p:nvCxnSpPr>
            <p:spPr>
              <a:xfrm>
                <a:off x="-27250" y="378994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7" name="Google Shape;1127;p18"/>
              <p:cNvCxnSpPr/>
              <p:nvPr/>
            </p:nvCxnSpPr>
            <p:spPr>
              <a:xfrm>
                <a:off x="-27250" y="4060658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8" name="Google Shape;1128;p18"/>
              <p:cNvCxnSpPr/>
              <p:nvPr/>
            </p:nvCxnSpPr>
            <p:spPr>
              <a:xfrm>
                <a:off x="-27250" y="4331368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9" name="Google Shape;1129;p18"/>
              <p:cNvCxnSpPr/>
              <p:nvPr/>
            </p:nvCxnSpPr>
            <p:spPr>
              <a:xfrm>
                <a:off x="-27250" y="4602079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0" name="Google Shape;1130;p18"/>
              <p:cNvCxnSpPr/>
              <p:nvPr/>
            </p:nvCxnSpPr>
            <p:spPr>
              <a:xfrm>
                <a:off x="-27250" y="4872789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131" name="Google Shape;1131;p18"/>
          <p:cNvSpPr/>
          <p:nvPr/>
        </p:nvSpPr>
        <p:spPr>
          <a:xfrm>
            <a:off x="249000" y="282450"/>
            <a:ext cx="8646300" cy="457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2" name="Google Shape;1132;p18"/>
          <p:cNvGrpSpPr/>
          <p:nvPr/>
        </p:nvGrpSpPr>
        <p:grpSpPr>
          <a:xfrm>
            <a:off x="512550" y="529925"/>
            <a:ext cx="8130600" cy="4187400"/>
            <a:chOff x="512550" y="529925"/>
            <a:chExt cx="8130600" cy="4187400"/>
          </a:xfrm>
        </p:grpSpPr>
        <p:grpSp>
          <p:nvGrpSpPr>
            <p:cNvPr id="1133" name="Google Shape;1133;p18"/>
            <p:cNvGrpSpPr/>
            <p:nvPr/>
          </p:nvGrpSpPr>
          <p:grpSpPr>
            <a:xfrm>
              <a:off x="512550" y="529925"/>
              <a:ext cx="8130600" cy="4187400"/>
              <a:chOff x="512550" y="529925"/>
              <a:chExt cx="8130600" cy="4187400"/>
            </a:xfrm>
          </p:grpSpPr>
          <p:grpSp>
            <p:nvGrpSpPr>
              <p:cNvPr id="1134" name="Google Shape;1134;p18"/>
              <p:cNvGrpSpPr/>
              <p:nvPr/>
            </p:nvGrpSpPr>
            <p:grpSpPr>
              <a:xfrm>
                <a:off x="512550" y="529925"/>
                <a:ext cx="8130600" cy="4187400"/>
                <a:chOff x="512550" y="529925"/>
                <a:chExt cx="8130600" cy="4187400"/>
              </a:xfrm>
            </p:grpSpPr>
            <p:sp>
              <p:nvSpPr>
                <p:cNvPr id="1135" name="Google Shape;1135;p18"/>
                <p:cNvSpPr/>
                <p:nvPr/>
              </p:nvSpPr>
              <p:spPr>
                <a:xfrm>
                  <a:off x="512550" y="529925"/>
                  <a:ext cx="8130600" cy="418740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136" name="Google Shape;1136;p18"/>
                <p:cNvCxnSpPr/>
                <p:nvPr/>
              </p:nvCxnSpPr>
              <p:spPr>
                <a:xfrm>
                  <a:off x="524425" y="1029828"/>
                  <a:ext cx="81186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137" name="Google Shape;1137;p18"/>
              <p:cNvSpPr/>
              <p:nvPr/>
            </p:nvSpPr>
            <p:spPr>
              <a:xfrm>
                <a:off x="7110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18"/>
              <p:cNvSpPr/>
              <p:nvPr/>
            </p:nvSpPr>
            <p:spPr>
              <a:xfrm>
                <a:off x="8634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18"/>
              <p:cNvSpPr/>
              <p:nvPr/>
            </p:nvSpPr>
            <p:spPr>
              <a:xfrm>
                <a:off x="10158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140" name="Google Shape;1140;p18"/>
            <p:cNvCxnSpPr/>
            <p:nvPr/>
          </p:nvCxnSpPr>
          <p:spPr>
            <a:xfrm>
              <a:off x="524425" y="4522222"/>
              <a:ext cx="81186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41" name="Google Shape;1141;p18"/>
          <p:cNvSpPr txBox="1">
            <a:spLocks noGrp="1"/>
          </p:cNvSpPr>
          <p:nvPr>
            <p:ph type="title"/>
          </p:nvPr>
        </p:nvSpPr>
        <p:spPr>
          <a:xfrm>
            <a:off x="2129825" y="3499650"/>
            <a:ext cx="48924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42" name="Google Shape;1142;p18"/>
          <p:cNvSpPr txBox="1">
            <a:spLocks noGrp="1"/>
          </p:cNvSpPr>
          <p:nvPr>
            <p:ph type="subTitle" idx="1"/>
          </p:nvPr>
        </p:nvSpPr>
        <p:spPr>
          <a:xfrm>
            <a:off x="2129825" y="2071000"/>
            <a:ext cx="4892400" cy="12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s">
  <p:cSld name="CUSTOM_6">
    <p:bg>
      <p:bgPr>
        <a:solidFill>
          <a:schemeClr val="dk2"/>
        </a:solidFill>
        <a:effectLst/>
      </p:bgPr>
    </p:bg>
    <p:spTree>
      <p:nvGrpSpPr>
        <p:cNvPr id="1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7" name="Google Shape;1447;p23"/>
          <p:cNvGrpSpPr/>
          <p:nvPr/>
        </p:nvGrpSpPr>
        <p:grpSpPr>
          <a:xfrm>
            <a:off x="-27250" y="-63600"/>
            <a:ext cx="9178200" cy="5270700"/>
            <a:chOff x="-27250" y="-63600"/>
            <a:chExt cx="9178200" cy="5270700"/>
          </a:xfrm>
        </p:grpSpPr>
        <p:cxnSp>
          <p:nvCxnSpPr>
            <p:cNvPr id="1448" name="Google Shape;1448;p23"/>
            <p:cNvCxnSpPr/>
            <p:nvPr/>
          </p:nvCxnSpPr>
          <p:spPr>
            <a:xfrm>
              <a:off x="743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9" name="Google Shape;1449;p23"/>
            <p:cNvCxnSpPr/>
            <p:nvPr/>
          </p:nvCxnSpPr>
          <p:spPr>
            <a:xfrm>
              <a:off x="913656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0" name="Google Shape;1450;p23"/>
            <p:cNvCxnSpPr/>
            <p:nvPr/>
          </p:nvCxnSpPr>
          <p:spPr>
            <a:xfrm>
              <a:off x="234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1" name="Google Shape;1451;p23"/>
            <p:cNvCxnSpPr/>
            <p:nvPr/>
          </p:nvCxnSpPr>
          <p:spPr>
            <a:xfrm>
              <a:off x="468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2" name="Google Shape;1452;p23"/>
            <p:cNvCxnSpPr/>
            <p:nvPr/>
          </p:nvCxnSpPr>
          <p:spPr>
            <a:xfrm>
              <a:off x="703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3" name="Google Shape;1453;p23"/>
            <p:cNvCxnSpPr/>
            <p:nvPr/>
          </p:nvCxnSpPr>
          <p:spPr>
            <a:xfrm>
              <a:off x="937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4" name="Google Shape;1454;p23"/>
            <p:cNvCxnSpPr/>
            <p:nvPr/>
          </p:nvCxnSpPr>
          <p:spPr>
            <a:xfrm>
              <a:off x="1172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5" name="Google Shape;1455;p23"/>
            <p:cNvCxnSpPr/>
            <p:nvPr/>
          </p:nvCxnSpPr>
          <p:spPr>
            <a:xfrm>
              <a:off x="1406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6" name="Google Shape;1456;p23"/>
            <p:cNvCxnSpPr/>
            <p:nvPr/>
          </p:nvCxnSpPr>
          <p:spPr>
            <a:xfrm>
              <a:off x="1641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7" name="Google Shape;1457;p23"/>
            <p:cNvCxnSpPr/>
            <p:nvPr/>
          </p:nvCxnSpPr>
          <p:spPr>
            <a:xfrm>
              <a:off x="1875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8" name="Google Shape;1458;p23"/>
            <p:cNvCxnSpPr/>
            <p:nvPr/>
          </p:nvCxnSpPr>
          <p:spPr>
            <a:xfrm>
              <a:off x="2110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9" name="Google Shape;1459;p23"/>
            <p:cNvCxnSpPr/>
            <p:nvPr/>
          </p:nvCxnSpPr>
          <p:spPr>
            <a:xfrm>
              <a:off x="2344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0" name="Google Shape;1460;p23"/>
            <p:cNvCxnSpPr/>
            <p:nvPr/>
          </p:nvCxnSpPr>
          <p:spPr>
            <a:xfrm>
              <a:off x="2579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1" name="Google Shape;1461;p23"/>
            <p:cNvCxnSpPr/>
            <p:nvPr/>
          </p:nvCxnSpPr>
          <p:spPr>
            <a:xfrm>
              <a:off x="2813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2" name="Google Shape;1462;p23"/>
            <p:cNvCxnSpPr/>
            <p:nvPr/>
          </p:nvCxnSpPr>
          <p:spPr>
            <a:xfrm>
              <a:off x="3048000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3" name="Google Shape;1463;p23"/>
            <p:cNvCxnSpPr/>
            <p:nvPr/>
          </p:nvCxnSpPr>
          <p:spPr>
            <a:xfrm>
              <a:off x="3282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4" name="Google Shape;1464;p23"/>
            <p:cNvCxnSpPr/>
            <p:nvPr/>
          </p:nvCxnSpPr>
          <p:spPr>
            <a:xfrm>
              <a:off x="3516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5" name="Google Shape;1465;p23"/>
            <p:cNvCxnSpPr/>
            <p:nvPr/>
          </p:nvCxnSpPr>
          <p:spPr>
            <a:xfrm>
              <a:off x="3751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6" name="Google Shape;1466;p23"/>
            <p:cNvCxnSpPr/>
            <p:nvPr/>
          </p:nvCxnSpPr>
          <p:spPr>
            <a:xfrm>
              <a:off x="3985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7" name="Google Shape;1467;p23"/>
            <p:cNvCxnSpPr/>
            <p:nvPr/>
          </p:nvCxnSpPr>
          <p:spPr>
            <a:xfrm>
              <a:off x="4220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8" name="Google Shape;1468;p23"/>
            <p:cNvCxnSpPr/>
            <p:nvPr/>
          </p:nvCxnSpPr>
          <p:spPr>
            <a:xfrm>
              <a:off x="4454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9" name="Google Shape;1469;p23"/>
            <p:cNvCxnSpPr/>
            <p:nvPr/>
          </p:nvCxnSpPr>
          <p:spPr>
            <a:xfrm>
              <a:off x="4689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0" name="Google Shape;1470;p23"/>
            <p:cNvCxnSpPr/>
            <p:nvPr/>
          </p:nvCxnSpPr>
          <p:spPr>
            <a:xfrm>
              <a:off x="4923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1" name="Google Shape;1471;p23"/>
            <p:cNvCxnSpPr/>
            <p:nvPr/>
          </p:nvCxnSpPr>
          <p:spPr>
            <a:xfrm>
              <a:off x="5158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2" name="Google Shape;1472;p23"/>
            <p:cNvCxnSpPr/>
            <p:nvPr/>
          </p:nvCxnSpPr>
          <p:spPr>
            <a:xfrm>
              <a:off x="5392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3"/>
            <p:cNvCxnSpPr/>
            <p:nvPr/>
          </p:nvCxnSpPr>
          <p:spPr>
            <a:xfrm>
              <a:off x="5627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4" name="Google Shape;1474;p23"/>
            <p:cNvCxnSpPr/>
            <p:nvPr/>
          </p:nvCxnSpPr>
          <p:spPr>
            <a:xfrm>
              <a:off x="5861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5" name="Google Shape;1475;p23"/>
            <p:cNvCxnSpPr/>
            <p:nvPr/>
          </p:nvCxnSpPr>
          <p:spPr>
            <a:xfrm>
              <a:off x="6096000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6" name="Google Shape;1476;p23"/>
            <p:cNvCxnSpPr/>
            <p:nvPr/>
          </p:nvCxnSpPr>
          <p:spPr>
            <a:xfrm>
              <a:off x="6330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7" name="Google Shape;1477;p23"/>
            <p:cNvCxnSpPr/>
            <p:nvPr/>
          </p:nvCxnSpPr>
          <p:spPr>
            <a:xfrm>
              <a:off x="6564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8" name="Google Shape;1478;p23"/>
            <p:cNvCxnSpPr/>
            <p:nvPr/>
          </p:nvCxnSpPr>
          <p:spPr>
            <a:xfrm>
              <a:off x="6799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9" name="Google Shape;1479;p23"/>
            <p:cNvCxnSpPr/>
            <p:nvPr/>
          </p:nvCxnSpPr>
          <p:spPr>
            <a:xfrm>
              <a:off x="7033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0" name="Google Shape;1480;p23"/>
            <p:cNvCxnSpPr/>
            <p:nvPr/>
          </p:nvCxnSpPr>
          <p:spPr>
            <a:xfrm>
              <a:off x="7268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23"/>
            <p:cNvCxnSpPr/>
            <p:nvPr/>
          </p:nvCxnSpPr>
          <p:spPr>
            <a:xfrm>
              <a:off x="7502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23"/>
            <p:cNvCxnSpPr/>
            <p:nvPr/>
          </p:nvCxnSpPr>
          <p:spPr>
            <a:xfrm>
              <a:off x="7737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23"/>
            <p:cNvCxnSpPr/>
            <p:nvPr/>
          </p:nvCxnSpPr>
          <p:spPr>
            <a:xfrm>
              <a:off x="7971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4" name="Google Shape;1484;p23"/>
            <p:cNvCxnSpPr/>
            <p:nvPr/>
          </p:nvCxnSpPr>
          <p:spPr>
            <a:xfrm>
              <a:off x="8206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5" name="Google Shape;1485;p23"/>
            <p:cNvCxnSpPr/>
            <p:nvPr/>
          </p:nvCxnSpPr>
          <p:spPr>
            <a:xfrm>
              <a:off x="8440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6" name="Google Shape;1486;p23"/>
            <p:cNvCxnSpPr/>
            <p:nvPr/>
          </p:nvCxnSpPr>
          <p:spPr>
            <a:xfrm>
              <a:off x="8675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7" name="Google Shape;1487;p23"/>
            <p:cNvCxnSpPr/>
            <p:nvPr/>
          </p:nvCxnSpPr>
          <p:spPr>
            <a:xfrm>
              <a:off x="8909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8" name="Google Shape;1488;p23"/>
            <p:cNvGrpSpPr/>
            <p:nvPr/>
          </p:nvGrpSpPr>
          <p:grpSpPr>
            <a:xfrm>
              <a:off x="-27250" y="7433"/>
              <a:ext cx="9178200" cy="5128634"/>
              <a:chOff x="-27250" y="7433"/>
              <a:chExt cx="9178200" cy="5128634"/>
            </a:xfrm>
          </p:grpSpPr>
          <p:cxnSp>
            <p:nvCxnSpPr>
              <p:cNvPr id="1489" name="Google Shape;1489;p23"/>
              <p:cNvCxnSpPr/>
              <p:nvPr/>
            </p:nvCxnSpPr>
            <p:spPr>
              <a:xfrm>
                <a:off x="-27250" y="743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90" name="Google Shape;1490;p23"/>
              <p:cNvCxnSpPr/>
              <p:nvPr/>
            </p:nvCxnSpPr>
            <p:spPr>
              <a:xfrm>
                <a:off x="-27250" y="513606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91" name="Google Shape;1491;p23"/>
              <p:cNvCxnSpPr/>
              <p:nvPr/>
            </p:nvCxnSpPr>
            <p:spPr>
              <a:xfrm>
                <a:off x="-27250" y="270711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92" name="Google Shape;1492;p23"/>
              <p:cNvCxnSpPr/>
              <p:nvPr/>
            </p:nvCxnSpPr>
            <p:spPr>
              <a:xfrm>
                <a:off x="-27250" y="541421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93" name="Google Shape;1493;p23"/>
              <p:cNvCxnSpPr/>
              <p:nvPr/>
            </p:nvCxnSpPr>
            <p:spPr>
              <a:xfrm>
                <a:off x="-27250" y="812132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94" name="Google Shape;1494;p23"/>
              <p:cNvCxnSpPr/>
              <p:nvPr/>
            </p:nvCxnSpPr>
            <p:spPr>
              <a:xfrm>
                <a:off x="-27250" y="1082842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95" name="Google Shape;1495;p23"/>
              <p:cNvCxnSpPr/>
              <p:nvPr/>
            </p:nvCxnSpPr>
            <p:spPr>
              <a:xfrm>
                <a:off x="-27250" y="135355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96" name="Google Shape;1496;p23"/>
              <p:cNvCxnSpPr/>
              <p:nvPr/>
            </p:nvCxnSpPr>
            <p:spPr>
              <a:xfrm>
                <a:off x="-27250" y="162426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97" name="Google Shape;1497;p23"/>
              <p:cNvCxnSpPr/>
              <p:nvPr/>
            </p:nvCxnSpPr>
            <p:spPr>
              <a:xfrm>
                <a:off x="-27250" y="1894974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98" name="Google Shape;1498;p23"/>
              <p:cNvCxnSpPr/>
              <p:nvPr/>
            </p:nvCxnSpPr>
            <p:spPr>
              <a:xfrm>
                <a:off x="-27250" y="2165684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99" name="Google Shape;1499;p23"/>
              <p:cNvCxnSpPr/>
              <p:nvPr/>
            </p:nvCxnSpPr>
            <p:spPr>
              <a:xfrm>
                <a:off x="-27250" y="2436395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00" name="Google Shape;1500;p23"/>
              <p:cNvCxnSpPr/>
              <p:nvPr/>
            </p:nvCxnSpPr>
            <p:spPr>
              <a:xfrm>
                <a:off x="-27250" y="2707105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01" name="Google Shape;1501;p23"/>
              <p:cNvCxnSpPr/>
              <p:nvPr/>
            </p:nvCxnSpPr>
            <p:spPr>
              <a:xfrm>
                <a:off x="-27250" y="2977816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02" name="Google Shape;1502;p23"/>
              <p:cNvCxnSpPr/>
              <p:nvPr/>
            </p:nvCxnSpPr>
            <p:spPr>
              <a:xfrm>
                <a:off x="-27250" y="3248526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03" name="Google Shape;1503;p23"/>
              <p:cNvCxnSpPr/>
              <p:nvPr/>
            </p:nvCxnSpPr>
            <p:spPr>
              <a:xfrm>
                <a:off x="-27250" y="351923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04" name="Google Shape;1504;p23"/>
              <p:cNvCxnSpPr/>
              <p:nvPr/>
            </p:nvCxnSpPr>
            <p:spPr>
              <a:xfrm>
                <a:off x="-27250" y="378994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05" name="Google Shape;1505;p23"/>
              <p:cNvCxnSpPr/>
              <p:nvPr/>
            </p:nvCxnSpPr>
            <p:spPr>
              <a:xfrm>
                <a:off x="-27250" y="4060658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06" name="Google Shape;1506;p23"/>
              <p:cNvCxnSpPr/>
              <p:nvPr/>
            </p:nvCxnSpPr>
            <p:spPr>
              <a:xfrm>
                <a:off x="-27250" y="4331368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07" name="Google Shape;1507;p23"/>
              <p:cNvCxnSpPr/>
              <p:nvPr/>
            </p:nvCxnSpPr>
            <p:spPr>
              <a:xfrm>
                <a:off x="-27250" y="4602079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08" name="Google Shape;1508;p23"/>
              <p:cNvCxnSpPr/>
              <p:nvPr/>
            </p:nvCxnSpPr>
            <p:spPr>
              <a:xfrm>
                <a:off x="-27250" y="4872789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509" name="Google Shape;1509;p23"/>
          <p:cNvSpPr/>
          <p:nvPr/>
        </p:nvSpPr>
        <p:spPr>
          <a:xfrm>
            <a:off x="249000" y="282450"/>
            <a:ext cx="8646300" cy="457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10" name="Google Shape;1510;p23"/>
          <p:cNvGrpSpPr/>
          <p:nvPr/>
        </p:nvGrpSpPr>
        <p:grpSpPr>
          <a:xfrm>
            <a:off x="512550" y="529925"/>
            <a:ext cx="8130600" cy="4187400"/>
            <a:chOff x="512550" y="529925"/>
            <a:chExt cx="8130600" cy="4187400"/>
          </a:xfrm>
        </p:grpSpPr>
        <p:grpSp>
          <p:nvGrpSpPr>
            <p:cNvPr id="1511" name="Google Shape;1511;p23"/>
            <p:cNvGrpSpPr/>
            <p:nvPr/>
          </p:nvGrpSpPr>
          <p:grpSpPr>
            <a:xfrm>
              <a:off x="512550" y="529925"/>
              <a:ext cx="8130600" cy="4187400"/>
              <a:chOff x="512550" y="529925"/>
              <a:chExt cx="8130600" cy="4187400"/>
            </a:xfrm>
          </p:grpSpPr>
          <p:grpSp>
            <p:nvGrpSpPr>
              <p:cNvPr id="1512" name="Google Shape;1512;p23"/>
              <p:cNvGrpSpPr/>
              <p:nvPr/>
            </p:nvGrpSpPr>
            <p:grpSpPr>
              <a:xfrm>
                <a:off x="512550" y="529925"/>
                <a:ext cx="8130600" cy="4187400"/>
                <a:chOff x="512550" y="529925"/>
                <a:chExt cx="8130600" cy="4187400"/>
              </a:xfrm>
            </p:grpSpPr>
            <p:sp>
              <p:nvSpPr>
                <p:cNvPr id="1513" name="Google Shape;1513;p23"/>
                <p:cNvSpPr/>
                <p:nvPr/>
              </p:nvSpPr>
              <p:spPr>
                <a:xfrm>
                  <a:off x="512550" y="529925"/>
                  <a:ext cx="8130600" cy="418740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514" name="Google Shape;1514;p23"/>
                <p:cNvCxnSpPr/>
                <p:nvPr/>
              </p:nvCxnSpPr>
              <p:spPr>
                <a:xfrm>
                  <a:off x="524425" y="1029828"/>
                  <a:ext cx="81186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515" name="Google Shape;1515;p23"/>
              <p:cNvSpPr/>
              <p:nvPr/>
            </p:nvSpPr>
            <p:spPr>
              <a:xfrm>
                <a:off x="7110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23"/>
              <p:cNvSpPr/>
              <p:nvPr/>
            </p:nvSpPr>
            <p:spPr>
              <a:xfrm>
                <a:off x="8634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23"/>
              <p:cNvSpPr/>
              <p:nvPr/>
            </p:nvSpPr>
            <p:spPr>
              <a:xfrm>
                <a:off x="10158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18" name="Google Shape;1518;p23"/>
            <p:cNvCxnSpPr/>
            <p:nvPr/>
          </p:nvCxnSpPr>
          <p:spPr>
            <a:xfrm>
              <a:off x="524425" y="4522222"/>
              <a:ext cx="81186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19" name="Google Shape;1519;p23"/>
          <p:cNvSpPr txBox="1">
            <a:spLocks noGrp="1"/>
          </p:cNvSpPr>
          <p:nvPr>
            <p:ph type="title"/>
          </p:nvPr>
        </p:nvSpPr>
        <p:spPr>
          <a:xfrm>
            <a:off x="1053725" y="445025"/>
            <a:ext cx="703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20" name="Google Shape;1520;p23"/>
          <p:cNvSpPr txBox="1">
            <a:spLocks noGrp="1"/>
          </p:cNvSpPr>
          <p:nvPr>
            <p:ph type="title" idx="2"/>
          </p:nvPr>
        </p:nvSpPr>
        <p:spPr>
          <a:xfrm>
            <a:off x="855135" y="3047314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521" name="Google Shape;1521;p23"/>
          <p:cNvSpPr txBox="1">
            <a:spLocks noGrp="1"/>
          </p:cNvSpPr>
          <p:nvPr>
            <p:ph type="subTitle" idx="1"/>
          </p:nvPr>
        </p:nvSpPr>
        <p:spPr>
          <a:xfrm>
            <a:off x="855125" y="3514526"/>
            <a:ext cx="2175300" cy="5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2" name="Google Shape;1522;p23"/>
          <p:cNvSpPr txBox="1">
            <a:spLocks noGrp="1"/>
          </p:cNvSpPr>
          <p:nvPr>
            <p:ph type="title" idx="3"/>
          </p:nvPr>
        </p:nvSpPr>
        <p:spPr>
          <a:xfrm>
            <a:off x="3488382" y="1694664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523" name="Google Shape;1523;p23"/>
          <p:cNvSpPr txBox="1">
            <a:spLocks noGrp="1"/>
          </p:cNvSpPr>
          <p:nvPr>
            <p:ph type="subTitle" idx="4"/>
          </p:nvPr>
        </p:nvSpPr>
        <p:spPr>
          <a:xfrm>
            <a:off x="3488378" y="2161876"/>
            <a:ext cx="2175300" cy="5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4" name="Google Shape;1524;p23"/>
          <p:cNvSpPr txBox="1">
            <a:spLocks noGrp="1"/>
          </p:cNvSpPr>
          <p:nvPr>
            <p:ph type="title" idx="5"/>
          </p:nvPr>
        </p:nvSpPr>
        <p:spPr>
          <a:xfrm>
            <a:off x="6113723" y="3047314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525" name="Google Shape;1525;p23"/>
          <p:cNvSpPr txBox="1">
            <a:spLocks noGrp="1"/>
          </p:cNvSpPr>
          <p:nvPr>
            <p:ph type="subTitle" idx="6"/>
          </p:nvPr>
        </p:nvSpPr>
        <p:spPr>
          <a:xfrm>
            <a:off x="6113721" y="3514526"/>
            <a:ext cx="2175300" cy="5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s 1">
  <p:cSld name="CUSTOM_6_1">
    <p:bg>
      <p:bgPr>
        <a:solidFill>
          <a:schemeClr val="dk2"/>
        </a:solidFill>
        <a:effectLst/>
      </p:bgPr>
    </p:bg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7" name="Google Shape;1527;p24"/>
          <p:cNvGrpSpPr/>
          <p:nvPr/>
        </p:nvGrpSpPr>
        <p:grpSpPr>
          <a:xfrm>
            <a:off x="-27250" y="-63600"/>
            <a:ext cx="9178200" cy="5270700"/>
            <a:chOff x="-27250" y="-63600"/>
            <a:chExt cx="9178200" cy="5270700"/>
          </a:xfrm>
        </p:grpSpPr>
        <p:cxnSp>
          <p:nvCxnSpPr>
            <p:cNvPr id="1528" name="Google Shape;1528;p24"/>
            <p:cNvCxnSpPr/>
            <p:nvPr/>
          </p:nvCxnSpPr>
          <p:spPr>
            <a:xfrm>
              <a:off x="743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29" name="Google Shape;1529;p24"/>
            <p:cNvCxnSpPr/>
            <p:nvPr/>
          </p:nvCxnSpPr>
          <p:spPr>
            <a:xfrm>
              <a:off x="913656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0" name="Google Shape;1530;p24"/>
            <p:cNvCxnSpPr/>
            <p:nvPr/>
          </p:nvCxnSpPr>
          <p:spPr>
            <a:xfrm>
              <a:off x="234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1" name="Google Shape;1531;p24"/>
            <p:cNvCxnSpPr/>
            <p:nvPr/>
          </p:nvCxnSpPr>
          <p:spPr>
            <a:xfrm>
              <a:off x="468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2" name="Google Shape;1532;p24"/>
            <p:cNvCxnSpPr/>
            <p:nvPr/>
          </p:nvCxnSpPr>
          <p:spPr>
            <a:xfrm>
              <a:off x="703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3" name="Google Shape;1533;p24"/>
            <p:cNvCxnSpPr/>
            <p:nvPr/>
          </p:nvCxnSpPr>
          <p:spPr>
            <a:xfrm>
              <a:off x="937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4" name="Google Shape;1534;p24"/>
            <p:cNvCxnSpPr/>
            <p:nvPr/>
          </p:nvCxnSpPr>
          <p:spPr>
            <a:xfrm>
              <a:off x="1172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5" name="Google Shape;1535;p24"/>
            <p:cNvCxnSpPr/>
            <p:nvPr/>
          </p:nvCxnSpPr>
          <p:spPr>
            <a:xfrm>
              <a:off x="1406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6" name="Google Shape;1536;p24"/>
            <p:cNvCxnSpPr/>
            <p:nvPr/>
          </p:nvCxnSpPr>
          <p:spPr>
            <a:xfrm>
              <a:off x="1641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7" name="Google Shape;1537;p24"/>
            <p:cNvCxnSpPr/>
            <p:nvPr/>
          </p:nvCxnSpPr>
          <p:spPr>
            <a:xfrm>
              <a:off x="1875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8" name="Google Shape;1538;p24"/>
            <p:cNvCxnSpPr/>
            <p:nvPr/>
          </p:nvCxnSpPr>
          <p:spPr>
            <a:xfrm>
              <a:off x="2110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9" name="Google Shape;1539;p24"/>
            <p:cNvCxnSpPr/>
            <p:nvPr/>
          </p:nvCxnSpPr>
          <p:spPr>
            <a:xfrm>
              <a:off x="2344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0" name="Google Shape;1540;p24"/>
            <p:cNvCxnSpPr/>
            <p:nvPr/>
          </p:nvCxnSpPr>
          <p:spPr>
            <a:xfrm>
              <a:off x="2579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1" name="Google Shape;1541;p24"/>
            <p:cNvCxnSpPr/>
            <p:nvPr/>
          </p:nvCxnSpPr>
          <p:spPr>
            <a:xfrm>
              <a:off x="2813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2" name="Google Shape;1542;p24"/>
            <p:cNvCxnSpPr/>
            <p:nvPr/>
          </p:nvCxnSpPr>
          <p:spPr>
            <a:xfrm>
              <a:off x="3048000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3" name="Google Shape;1543;p24"/>
            <p:cNvCxnSpPr/>
            <p:nvPr/>
          </p:nvCxnSpPr>
          <p:spPr>
            <a:xfrm>
              <a:off x="3282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4" name="Google Shape;1544;p24"/>
            <p:cNvCxnSpPr/>
            <p:nvPr/>
          </p:nvCxnSpPr>
          <p:spPr>
            <a:xfrm>
              <a:off x="3516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5" name="Google Shape;1545;p24"/>
            <p:cNvCxnSpPr/>
            <p:nvPr/>
          </p:nvCxnSpPr>
          <p:spPr>
            <a:xfrm>
              <a:off x="3751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6" name="Google Shape;1546;p24"/>
            <p:cNvCxnSpPr/>
            <p:nvPr/>
          </p:nvCxnSpPr>
          <p:spPr>
            <a:xfrm>
              <a:off x="3985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7" name="Google Shape;1547;p24"/>
            <p:cNvCxnSpPr/>
            <p:nvPr/>
          </p:nvCxnSpPr>
          <p:spPr>
            <a:xfrm>
              <a:off x="4220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8" name="Google Shape;1548;p24"/>
            <p:cNvCxnSpPr/>
            <p:nvPr/>
          </p:nvCxnSpPr>
          <p:spPr>
            <a:xfrm>
              <a:off x="4454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9" name="Google Shape;1549;p24"/>
            <p:cNvCxnSpPr/>
            <p:nvPr/>
          </p:nvCxnSpPr>
          <p:spPr>
            <a:xfrm>
              <a:off x="4689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0" name="Google Shape;1550;p24"/>
            <p:cNvCxnSpPr/>
            <p:nvPr/>
          </p:nvCxnSpPr>
          <p:spPr>
            <a:xfrm>
              <a:off x="4923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1" name="Google Shape;1551;p24"/>
            <p:cNvCxnSpPr/>
            <p:nvPr/>
          </p:nvCxnSpPr>
          <p:spPr>
            <a:xfrm>
              <a:off x="5158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2" name="Google Shape;1552;p24"/>
            <p:cNvCxnSpPr/>
            <p:nvPr/>
          </p:nvCxnSpPr>
          <p:spPr>
            <a:xfrm>
              <a:off x="5392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3" name="Google Shape;1553;p24"/>
            <p:cNvCxnSpPr/>
            <p:nvPr/>
          </p:nvCxnSpPr>
          <p:spPr>
            <a:xfrm>
              <a:off x="5627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4" name="Google Shape;1554;p24"/>
            <p:cNvCxnSpPr/>
            <p:nvPr/>
          </p:nvCxnSpPr>
          <p:spPr>
            <a:xfrm>
              <a:off x="5861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5" name="Google Shape;1555;p24"/>
            <p:cNvCxnSpPr/>
            <p:nvPr/>
          </p:nvCxnSpPr>
          <p:spPr>
            <a:xfrm>
              <a:off x="6096000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6" name="Google Shape;1556;p24"/>
            <p:cNvCxnSpPr/>
            <p:nvPr/>
          </p:nvCxnSpPr>
          <p:spPr>
            <a:xfrm>
              <a:off x="6330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7" name="Google Shape;1557;p24"/>
            <p:cNvCxnSpPr/>
            <p:nvPr/>
          </p:nvCxnSpPr>
          <p:spPr>
            <a:xfrm>
              <a:off x="6564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8" name="Google Shape;1558;p24"/>
            <p:cNvCxnSpPr/>
            <p:nvPr/>
          </p:nvCxnSpPr>
          <p:spPr>
            <a:xfrm>
              <a:off x="6799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9" name="Google Shape;1559;p24"/>
            <p:cNvCxnSpPr/>
            <p:nvPr/>
          </p:nvCxnSpPr>
          <p:spPr>
            <a:xfrm>
              <a:off x="7033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0" name="Google Shape;1560;p24"/>
            <p:cNvCxnSpPr/>
            <p:nvPr/>
          </p:nvCxnSpPr>
          <p:spPr>
            <a:xfrm>
              <a:off x="7268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1" name="Google Shape;1561;p24"/>
            <p:cNvCxnSpPr/>
            <p:nvPr/>
          </p:nvCxnSpPr>
          <p:spPr>
            <a:xfrm>
              <a:off x="7502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2" name="Google Shape;1562;p24"/>
            <p:cNvCxnSpPr/>
            <p:nvPr/>
          </p:nvCxnSpPr>
          <p:spPr>
            <a:xfrm>
              <a:off x="7737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3" name="Google Shape;1563;p24"/>
            <p:cNvCxnSpPr/>
            <p:nvPr/>
          </p:nvCxnSpPr>
          <p:spPr>
            <a:xfrm>
              <a:off x="7971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4" name="Google Shape;1564;p24"/>
            <p:cNvCxnSpPr/>
            <p:nvPr/>
          </p:nvCxnSpPr>
          <p:spPr>
            <a:xfrm>
              <a:off x="8206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5" name="Google Shape;1565;p24"/>
            <p:cNvCxnSpPr/>
            <p:nvPr/>
          </p:nvCxnSpPr>
          <p:spPr>
            <a:xfrm>
              <a:off x="8440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6" name="Google Shape;1566;p24"/>
            <p:cNvCxnSpPr/>
            <p:nvPr/>
          </p:nvCxnSpPr>
          <p:spPr>
            <a:xfrm>
              <a:off x="8675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7" name="Google Shape;1567;p24"/>
            <p:cNvCxnSpPr/>
            <p:nvPr/>
          </p:nvCxnSpPr>
          <p:spPr>
            <a:xfrm>
              <a:off x="8909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68" name="Google Shape;1568;p24"/>
            <p:cNvGrpSpPr/>
            <p:nvPr/>
          </p:nvGrpSpPr>
          <p:grpSpPr>
            <a:xfrm>
              <a:off x="-27250" y="7433"/>
              <a:ext cx="9178200" cy="5128634"/>
              <a:chOff x="-27250" y="7433"/>
              <a:chExt cx="9178200" cy="5128634"/>
            </a:xfrm>
          </p:grpSpPr>
          <p:cxnSp>
            <p:nvCxnSpPr>
              <p:cNvPr id="1569" name="Google Shape;1569;p24"/>
              <p:cNvCxnSpPr/>
              <p:nvPr/>
            </p:nvCxnSpPr>
            <p:spPr>
              <a:xfrm>
                <a:off x="-27250" y="743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70" name="Google Shape;1570;p24"/>
              <p:cNvCxnSpPr/>
              <p:nvPr/>
            </p:nvCxnSpPr>
            <p:spPr>
              <a:xfrm>
                <a:off x="-27250" y="513606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71" name="Google Shape;1571;p24"/>
              <p:cNvCxnSpPr/>
              <p:nvPr/>
            </p:nvCxnSpPr>
            <p:spPr>
              <a:xfrm>
                <a:off x="-27250" y="270711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72" name="Google Shape;1572;p24"/>
              <p:cNvCxnSpPr/>
              <p:nvPr/>
            </p:nvCxnSpPr>
            <p:spPr>
              <a:xfrm>
                <a:off x="-27250" y="541421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73" name="Google Shape;1573;p24"/>
              <p:cNvCxnSpPr/>
              <p:nvPr/>
            </p:nvCxnSpPr>
            <p:spPr>
              <a:xfrm>
                <a:off x="-27250" y="812132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74" name="Google Shape;1574;p24"/>
              <p:cNvCxnSpPr/>
              <p:nvPr/>
            </p:nvCxnSpPr>
            <p:spPr>
              <a:xfrm>
                <a:off x="-27250" y="1082842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75" name="Google Shape;1575;p24"/>
              <p:cNvCxnSpPr/>
              <p:nvPr/>
            </p:nvCxnSpPr>
            <p:spPr>
              <a:xfrm>
                <a:off x="-27250" y="135355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76" name="Google Shape;1576;p24"/>
              <p:cNvCxnSpPr/>
              <p:nvPr/>
            </p:nvCxnSpPr>
            <p:spPr>
              <a:xfrm>
                <a:off x="-27250" y="162426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77" name="Google Shape;1577;p24"/>
              <p:cNvCxnSpPr/>
              <p:nvPr/>
            </p:nvCxnSpPr>
            <p:spPr>
              <a:xfrm>
                <a:off x="-27250" y="1894974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78" name="Google Shape;1578;p24"/>
              <p:cNvCxnSpPr/>
              <p:nvPr/>
            </p:nvCxnSpPr>
            <p:spPr>
              <a:xfrm>
                <a:off x="-27250" y="2165684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79" name="Google Shape;1579;p24"/>
              <p:cNvCxnSpPr/>
              <p:nvPr/>
            </p:nvCxnSpPr>
            <p:spPr>
              <a:xfrm>
                <a:off x="-27250" y="2436395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0" name="Google Shape;1580;p24"/>
              <p:cNvCxnSpPr/>
              <p:nvPr/>
            </p:nvCxnSpPr>
            <p:spPr>
              <a:xfrm>
                <a:off x="-27250" y="2707105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1" name="Google Shape;1581;p24"/>
              <p:cNvCxnSpPr/>
              <p:nvPr/>
            </p:nvCxnSpPr>
            <p:spPr>
              <a:xfrm>
                <a:off x="-27250" y="2977816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2" name="Google Shape;1582;p24"/>
              <p:cNvCxnSpPr/>
              <p:nvPr/>
            </p:nvCxnSpPr>
            <p:spPr>
              <a:xfrm>
                <a:off x="-27250" y="3248526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3" name="Google Shape;1583;p24"/>
              <p:cNvCxnSpPr/>
              <p:nvPr/>
            </p:nvCxnSpPr>
            <p:spPr>
              <a:xfrm>
                <a:off x="-27250" y="351923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4" name="Google Shape;1584;p24"/>
              <p:cNvCxnSpPr/>
              <p:nvPr/>
            </p:nvCxnSpPr>
            <p:spPr>
              <a:xfrm>
                <a:off x="-27250" y="378994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5" name="Google Shape;1585;p24"/>
              <p:cNvCxnSpPr/>
              <p:nvPr/>
            </p:nvCxnSpPr>
            <p:spPr>
              <a:xfrm>
                <a:off x="-27250" y="4060658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6" name="Google Shape;1586;p24"/>
              <p:cNvCxnSpPr/>
              <p:nvPr/>
            </p:nvCxnSpPr>
            <p:spPr>
              <a:xfrm>
                <a:off x="-27250" y="4331368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7" name="Google Shape;1587;p24"/>
              <p:cNvCxnSpPr/>
              <p:nvPr/>
            </p:nvCxnSpPr>
            <p:spPr>
              <a:xfrm>
                <a:off x="-27250" y="4602079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8" name="Google Shape;1588;p24"/>
              <p:cNvCxnSpPr/>
              <p:nvPr/>
            </p:nvCxnSpPr>
            <p:spPr>
              <a:xfrm>
                <a:off x="-27250" y="4872789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589" name="Google Shape;1589;p24"/>
          <p:cNvSpPr/>
          <p:nvPr/>
        </p:nvSpPr>
        <p:spPr>
          <a:xfrm>
            <a:off x="249000" y="282450"/>
            <a:ext cx="8646300" cy="457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90" name="Google Shape;1590;p24"/>
          <p:cNvGrpSpPr/>
          <p:nvPr/>
        </p:nvGrpSpPr>
        <p:grpSpPr>
          <a:xfrm>
            <a:off x="512550" y="529925"/>
            <a:ext cx="8130600" cy="4187400"/>
            <a:chOff x="512550" y="529925"/>
            <a:chExt cx="8130600" cy="4187400"/>
          </a:xfrm>
        </p:grpSpPr>
        <p:grpSp>
          <p:nvGrpSpPr>
            <p:cNvPr id="1591" name="Google Shape;1591;p24"/>
            <p:cNvGrpSpPr/>
            <p:nvPr/>
          </p:nvGrpSpPr>
          <p:grpSpPr>
            <a:xfrm>
              <a:off x="512550" y="529925"/>
              <a:ext cx="8130600" cy="4187400"/>
              <a:chOff x="512550" y="529925"/>
              <a:chExt cx="8130600" cy="4187400"/>
            </a:xfrm>
          </p:grpSpPr>
          <p:grpSp>
            <p:nvGrpSpPr>
              <p:cNvPr id="1592" name="Google Shape;1592;p24"/>
              <p:cNvGrpSpPr/>
              <p:nvPr/>
            </p:nvGrpSpPr>
            <p:grpSpPr>
              <a:xfrm>
                <a:off x="512550" y="529925"/>
                <a:ext cx="8130600" cy="4187400"/>
                <a:chOff x="512550" y="529925"/>
                <a:chExt cx="8130600" cy="4187400"/>
              </a:xfrm>
            </p:grpSpPr>
            <p:sp>
              <p:nvSpPr>
                <p:cNvPr id="1593" name="Google Shape;1593;p24"/>
                <p:cNvSpPr/>
                <p:nvPr/>
              </p:nvSpPr>
              <p:spPr>
                <a:xfrm>
                  <a:off x="512550" y="529925"/>
                  <a:ext cx="8130600" cy="418740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594" name="Google Shape;1594;p24"/>
                <p:cNvCxnSpPr/>
                <p:nvPr/>
              </p:nvCxnSpPr>
              <p:spPr>
                <a:xfrm>
                  <a:off x="524425" y="1029828"/>
                  <a:ext cx="81186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595" name="Google Shape;1595;p24"/>
              <p:cNvSpPr/>
              <p:nvPr/>
            </p:nvSpPr>
            <p:spPr>
              <a:xfrm>
                <a:off x="7110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24"/>
              <p:cNvSpPr/>
              <p:nvPr/>
            </p:nvSpPr>
            <p:spPr>
              <a:xfrm>
                <a:off x="8634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24"/>
              <p:cNvSpPr/>
              <p:nvPr/>
            </p:nvSpPr>
            <p:spPr>
              <a:xfrm>
                <a:off x="10158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98" name="Google Shape;1598;p24"/>
            <p:cNvCxnSpPr/>
            <p:nvPr/>
          </p:nvCxnSpPr>
          <p:spPr>
            <a:xfrm>
              <a:off x="524425" y="4522222"/>
              <a:ext cx="81186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99" name="Google Shape;1599;p24"/>
          <p:cNvSpPr txBox="1">
            <a:spLocks noGrp="1"/>
          </p:cNvSpPr>
          <p:nvPr>
            <p:ph type="title"/>
          </p:nvPr>
        </p:nvSpPr>
        <p:spPr>
          <a:xfrm>
            <a:off x="1053725" y="445025"/>
            <a:ext cx="703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00" name="Google Shape;1600;p24"/>
          <p:cNvSpPr txBox="1">
            <a:spLocks noGrp="1"/>
          </p:cNvSpPr>
          <p:nvPr>
            <p:ph type="title" idx="2"/>
          </p:nvPr>
        </p:nvSpPr>
        <p:spPr>
          <a:xfrm>
            <a:off x="855135" y="2155339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01" name="Google Shape;1601;p24"/>
          <p:cNvSpPr txBox="1">
            <a:spLocks noGrp="1"/>
          </p:cNvSpPr>
          <p:nvPr>
            <p:ph type="subTitle" idx="1"/>
          </p:nvPr>
        </p:nvSpPr>
        <p:spPr>
          <a:xfrm>
            <a:off x="855135" y="2625714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2" name="Google Shape;1602;p24"/>
          <p:cNvSpPr txBox="1">
            <a:spLocks noGrp="1"/>
          </p:cNvSpPr>
          <p:nvPr>
            <p:ph type="title" idx="3"/>
          </p:nvPr>
        </p:nvSpPr>
        <p:spPr>
          <a:xfrm>
            <a:off x="3484350" y="2155339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03" name="Google Shape;1603;p24"/>
          <p:cNvSpPr txBox="1">
            <a:spLocks noGrp="1"/>
          </p:cNvSpPr>
          <p:nvPr>
            <p:ph type="subTitle" idx="4"/>
          </p:nvPr>
        </p:nvSpPr>
        <p:spPr>
          <a:xfrm>
            <a:off x="3484350" y="2625714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4" name="Google Shape;1604;p24"/>
          <p:cNvSpPr txBox="1">
            <a:spLocks noGrp="1"/>
          </p:cNvSpPr>
          <p:nvPr>
            <p:ph type="title" idx="5"/>
          </p:nvPr>
        </p:nvSpPr>
        <p:spPr>
          <a:xfrm>
            <a:off x="6113723" y="2155339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05" name="Google Shape;1605;p24"/>
          <p:cNvSpPr txBox="1">
            <a:spLocks noGrp="1"/>
          </p:cNvSpPr>
          <p:nvPr>
            <p:ph type="subTitle" idx="6"/>
          </p:nvPr>
        </p:nvSpPr>
        <p:spPr>
          <a:xfrm>
            <a:off x="6113723" y="2625714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bg>
      <p:bgPr>
        <a:solidFill>
          <a:schemeClr val="dk2"/>
        </a:solidFill>
        <a:effectLst/>
      </p:bgPr>
    </p:bg>
    <p:spTree>
      <p:nvGrpSpPr>
        <p:cNvPr id="1" name="Shape 2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4" name="Google Shape;2394;p35"/>
          <p:cNvGrpSpPr/>
          <p:nvPr/>
        </p:nvGrpSpPr>
        <p:grpSpPr>
          <a:xfrm>
            <a:off x="-27250" y="-63600"/>
            <a:ext cx="9178200" cy="5270700"/>
            <a:chOff x="-27250" y="-63600"/>
            <a:chExt cx="9178200" cy="5270700"/>
          </a:xfrm>
        </p:grpSpPr>
        <p:cxnSp>
          <p:nvCxnSpPr>
            <p:cNvPr id="2395" name="Google Shape;2395;p35"/>
            <p:cNvCxnSpPr/>
            <p:nvPr/>
          </p:nvCxnSpPr>
          <p:spPr>
            <a:xfrm>
              <a:off x="743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96" name="Google Shape;2396;p35"/>
            <p:cNvCxnSpPr/>
            <p:nvPr/>
          </p:nvCxnSpPr>
          <p:spPr>
            <a:xfrm>
              <a:off x="913656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97" name="Google Shape;2397;p35"/>
            <p:cNvCxnSpPr/>
            <p:nvPr/>
          </p:nvCxnSpPr>
          <p:spPr>
            <a:xfrm>
              <a:off x="234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98" name="Google Shape;2398;p35"/>
            <p:cNvCxnSpPr/>
            <p:nvPr/>
          </p:nvCxnSpPr>
          <p:spPr>
            <a:xfrm>
              <a:off x="468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99" name="Google Shape;2399;p35"/>
            <p:cNvCxnSpPr/>
            <p:nvPr/>
          </p:nvCxnSpPr>
          <p:spPr>
            <a:xfrm>
              <a:off x="703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0" name="Google Shape;2400;p35"/>
            <p:cNvCxnSpPr/>
            <p:nvPr/>
          </p:nvCxnSpPr>
          <p:spPr>
            <a:xfrm>
              <a:off x="937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1" name="Google Shape;2401;p35"/>
            <p:cNvCxnSpPr/>
            <p:nvPr/>
          </p:nvCxnSpPr>
          <p:spPr>
            <a:xfrm>
              <a:off x="1172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2" name="Google Shape;2402;p35"/>
            <p:cNvCxnSpPr/>
            <p:nvPr/>
          </p:nvCxnSpPr>
          <p:spPr>
            <a:xfrm>
              <a:off x="1406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3" name="Google Shape;2403;p35"/>
            <p:cNvCxnSpPr/>
            <p:nvPr/>
          </p:nvCxnSpPr>
          <p:spPr>
            <a:xfrm>
              <a:off x="1641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4" name="Google Shape;2404;p35"/>
            <p:cNvCxnSpPr/>
            <p:nvPr/>
          </p:nvCxnSpPr>
          <p:spPr>
            <a:xfrm>
              <a:off x="1875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5" name="Google Shape;2405;p35"/>
            <p:cNvCxnSpPr/>
            <p:nvPr/>
          </p:nvCxnSpPr>
          <p:spPr>
            <a:xfrm>
              <a:off x="2110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6" name="Google Shape;2406;p35"/>
            <p:cNvCxnSpPr/>
            <p:nvPr/>
          </p:nvCxnSpPr>
          <p:spPr>
            <a:xfrm>
              <a:off x="2344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7" name="Google Shape;2407;p35"/>
            <p:cNvCxnSpPr/>
            <p:nvPr/>
          </p:nvCxnSpPr>
          <p:spPr>
            <a:xfrm>
              <a:off x="2579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8" name="Google Shape;2408;p35"/>
            <p:cNvCxnSpPr/>
            <p:nvPr/>
          </p:nvCxnSpPr>
          <p:spPr>
            <a:xfrm>
              <a:off x="2813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9" name="Google Shape;2409;p35"/>
            <p:cNvCxnSpPr/>
            <p:nvPr/>
          </p:nvCxnSpPr>
          <p:spPr>
            <a:xfrm>
              <a:off x="3048000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10" name="Google Shape;2410;p35"/>
            <p:cNvCxnSpPr/>
            <p:nvPr/>
          </p:nvCxnSpPr>
          <p:spPr>
            <a:xfrm>
              <a:off x="3282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11" name="Google Shape;2411;p35"/>
            <p:cNvCxnSpPr/>
            <p:nvPr/>
          </p:nvCxnSpPr>
          <p:spPr>
            <a:xfrm>
              <a:off x="3516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12" name="Google Shape;2412;p35"/>
            <p:cNvCxnSpPr/>
            <p:nvPr/>
          </p:nvCxnSpPr>
          <p:spPr>
            <a:xfrm>
              <a:off x="3751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13" name="Google Shape;2413;p35"/>
            <p:cNvCxnSpPr/>
            <p:nvPr/>
          </p:nvCxnSpPr>
          <p:spPr>
            <a:xfrm>
              <a:off x="3985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14" name="Google Shape;2414;p35"/>
            <p:cNvCxnSpPr/>
            <p:nvPr/>
          </p:nvCxnSpPr>
          <p:spPr>
            <a:xfrm>
              <a:off x="4220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15" name="Google Shape;2415;p35"/>
            <p:cNvCxnSpPr/>
            <p:nvPr/>
          </p:nvCxnSpPr>
          <p:spPr>
            <a:xfrm>
              <a:off x="4454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16" name="Google Shape;2416;p35"/>
            <p:cNvCxnSpPr/>
            <p:nvPr/>
          </p:nvCxnSpPr>
          <p:spPr>
            <a:xfrm>
              <a:off x="4689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17" name="Google Shape;2417;p35"/>
            <p:cNvCxnSpPr/>
            <p:nvPr/>
          </p:nvCxnSpPr>
          <p:spPr>
            <a:xfrm>
              <a:off x="4923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18" name="Google Shape;2418;p35"/>
            <p:cNvCxnSpPr/>
            <p:nvPr/>
          </p:nvCxnSpPr>
          <p:spPr>
            <a:xfrm>
              <a:off x="5158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19" name="Google Shape;2419;p35"/>
            <p:cNvCxnSpPr/>
            <p:nvPr/>
          </p:nvCxnSpPr>
          <p:spPr>
            <a:xfrm>
              <a:off x="5392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20" name="Google Shape;2420;p35"/>
            <p:cNvCxnSpPr/>
            <p:nvPr/>
          </p:nvCxnSpPr>
          <p:spPr>
            <a:xfrm>
              <a:off x="5627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21" name="Google Shape;2421;p35"/>
            <p:cNvCxnSpPr/>
            <p:nvPr/>
          </p:nvCxnSpPr>
          <p:spPr>
            <a:xfrm>
              <a:off x="5861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22" name="Google Shape;2422;p35"/>
            <p:cNvCxnSpPr/>
            <p:nvPr/>
          </p:nvCxnSpPr>
          <p:spPr>
            <a:xfrm>
              <a:off x="6096000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23" name="Google Shape;2423;p35"/>
            <p:cNvCxnSpPr/>
            <p:nvPr/>
          </p:nvCxnSpPr>
          <p:spPr>
            <a:xfrm>
              <a:off x="633046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24" name="Google Shape;2424;p35"/>
            <p:cNvCxnSpPr/>
            <p:nvPr/>
          </p:nvCxnSpPr>
          <p:spPr>
            <a:xfrm>
              <a:off x="6564923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25" name="Google Shape;2425;p35"/>
            <p:cNvCxnSpPr/>
            <p:nvPr/>
          </p:nvCxnSpPr>
          <p:spPr>
            <a:xfrm>
              <a:off x="679938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26" name="Google Shape;2426;p35"/>
            <p:cNvCxnSpPr/>
            <p:nvPr/>
          </p:nvCxnSpPr>
          <p:spPr>
            <a:xfrm>
              <a:off x="7033846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27" name="Google Shape;2427;p35"/>
            <p:cNvCxnSpPr/>
            <p:nvPr/>
          </p:nvCxnSpPr>
          <p:spPr>
            <a:xfrm>
              <a:off x="726830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28" name="Google Shape;2428;p35"/>
            <p:cNvCxnSpPr/>
            <p:nvPr/>
          </p:nvCxnSpPr>
          <p:spPr>
            <a:xfrm>
              <a:off x="7502769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29" name="Google Shape;2429;p35"/>
            <p:cNvCxnSpPr/>
            <p:nvPr/>
          </p:nvCxnSpPr>
          <p:spPr>
            <a:xfrm>
              <a:off x="7737231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30" name="Google Shape;2430;p35"/>
            <p:cNvCxnSpPr/>
            <p:nvPr/>
          </p:nvCxnSpPr>
          <p:spPr>
            <a:xfrm>
              <a:off x="7971692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31" name="Google Shape;2431;p35"/>
            <p:cNvCxnSpPr/>
            <p:nvPr/>
          </p:nvCxnSpPr>
          <p:spPr>
            <a:xfrm>
              <a:off x="8206154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32" name="Google Shape;2432;p35"/>
            <p:cNvCxnSpPr/>
            <p:nvPr/>
          </p:nvCxnSpPr>
          <p:spPr>
            <a:xfrm>
              <a:off x="8440615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33" name="Google Shape;2433;p35"/>
            <p:cNvCxnSpPr/>
            <p:nvPr/>
          </p:nvCxnSpPr>
          <p:spPr>
            <a:xfrm>
              <a:off x="8675077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34" name="Google Shape;2434;p35"/>
            <p:cNvCxnSpPr/>
            <p:nvPr/>
          </p:nvCxnSpPr>
          <p:spPr>
            <a:xfrm>
              <a:off x="8909538" y="-63600"/>
              <a:ext cx="0" cy="527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435" name="Google Shape;2435;p35"/>
            <p:cNvGrpSpPr/>
            <p:nvPr/>
          </p:nvGrpSpPr>
          <p:grpSpPr>
            <a:xfrm>
              <a:off x="-27250" y="7433"/>
              <a:ext cx="9178200" cy="5128634"/>
              <a:chOff x="-27250" y="7433"/>
              <a:chExt cx="9178200" cy="5128634"/>
            </a:xfrm>
          </p:grpSpPr>
          <p:cxnSp>
            <p:nvCxnSpPr>
              <p:cNvPr id="2436" name="Google Shape;2436;p35"/>
              <p:cNvCxnSpPr/>
              <p:nvPr/>
            </p:nvCxnSpPr>
            <p:spPr>
              <a:xfrm>
                <a:off x="-27250" y="743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37" name="Google Shape;2437;p35"/>
              <p:cNvCxnSpPr/>
              <p:nvPr/>
            </p:nvCxnSpPr>
            <p:spPr>
              <a:xfrm>
                <a:off x="-27250" y="513606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38" name="Google Shape;2438;p35"/>
              <p:cNvCxnSpPr/>
              <p:nvPr/>
            </p:nvCxnSpPr>
            <p:spPr>
              <a:xfrm>
                <a:off x="-27250" y="270711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39" name="Google Shape;2439;p35"/>
              <p:cNvCxnSpPr/>
              <p:nvPr/>
            </p:nvCxnSpPr>
            <p:spPr>
              <a:xfrm>
                <a:off x="-27250" y="541421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40" name="Google Shape;2440;p35"/>
              <p:cNvCxnSpPr/>
              <p:nvPr/>
            </p:nvCxnSpPr>
            <p:spPr>
              <a:xfrm>
                <a:off x="-27250" y="812132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41" name="Google Shape;2441;p35"/>
              <p:cNvCxnSpPr/>
              <p:nvPr/>
            </p:nvCxnSpPr>
            <p:spPr>
              <a:xfrm>
                <a:off x="-27250" y="1082842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42" name="Google Shape;2442;p35"/>
              <p:cNvCxnSpPr/>
              <p:nvPr/>
            </p:nvCxnSpPr>
            <p:spPr>
              <a:xfrm>
                <a:off x="-27250" y="135355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43" name="Google Shape;2443;p35"/>
              <p:cNvCxnSpPr/>
              <p:nvPr/>
            </p:nvCxnSpPr>
            <p:spPr>
              <a:xfrm>
                <a:off x="-27250" y="1624263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44" name="Google Shape;2444;p35"/>
              <p:cNvCxnSpPr/>
              <p:nvPr/>
            </p:nvCxnSpPr>
            <p:spPr>
              <a:xfrm>
                <a:off x="-27250" y="1894974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45" name="Google Shape;2445;p35"/>
              <p:cNvCxnSpPr/>
              <p:nvPr/>
            </p:nvCxnSpPr>
            <p:spPr>
              <a:xfrm>
                <a:off x="-27250" y="2165684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46" name="Google Shape;2446;p35"/>
              <p:cNvCxnSpPr/>
              <p:nvPr/>
            </p:nvCxnSpPr>
            <p:spPr>
              <a:xfrm>
                <a:off x="-27250" y="2436395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47" name="Google Shape;2447;p35"/>
              <p:cNvCxnSpPr/>
              <p:nvPr/>
            </p:nvCxnSpPr>
            <p:spPr>
              <a:xfrm>
                <a:off x="-27250" y="2707105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48" name="Google Shape;2448;p35"/>
              <p:cNvCxnSpPr/>
              <p:nvPr/>
            </p:nvCxnSpPr>
            <p:spPr>
              <a:xfrm>
                <a:off x="-27250" y="2977816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49" name="Google Shape;2449;p35"/>
              <p:cNvCxnSpPr/>
              <p:nvPr/>
            </p:nvCxnSpPr>
            <p:spPr>
              <a:xfrm>
                <a:off x="-27250" y="3248526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50" name="Google Shape;2450;p35"/>
              <p:cNvCxnSpPr/>
              <p:nvPr/>
            </p:nvCxnSpPr>
            <p:spPr>
              <a:xfrm>
                <a:off x="-27250" y="351923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51" name="Google Shape;2451;p35"/>
              <p:cNvCxnSpPr/>
              <p:nvPr/>
            </p:nvCxnSpPr>
            <p:spPr>
              <a:xfrm>
                <a:off x="-27250" y="3789947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52" name="Google Shape;2452;p35"/>
              <p:cNvCxnSpPr/>
              <p:nvPr/>
            </p:nvCxnSpPr>
            <p:spPr>
              <a:xfrm>
                <a:off x="-27250" y="4060658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53" name="Google Shape;2453;p35"/>
              <p:cNvCxnSpPr/>
              <p:nvPr/>
            </p:nvCxnSpPr>
            <p:spPr>
              <a:xfrm>
                <a:off x="-27250" y="4331368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54" name="Google Shape;2454;p35"/>
              <p:cNvCxnSpPr/>
              <p:nvPr/>
            </p:nvCxnSpPr>
            <p:spPr>
              <a:xfrm>
                <a:off x="-27250" y="4602079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55" name="Google Shape;2455;p35"/>
              <p:cNvCxnSpPr/>
              <p:nvPr/>
            </p:nvCxnSpPr>
            <p:spPr>
              <a:xfrm>
                <a:off x="-27250" y="4872789"/>
                <a:ext cx="9178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456" name="Google Shape;2456;p35"/>
          <p:cNvSpPr/>
          <p:nvPr/>
        </p:nvSpPr>
        <p:spPr>
          <a:xfrm>
            <a:off x="249000" y="282450"/>
            <a:ext cx="8646300" cy="457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57" name="Google Shape;2457;p35"/>
          <p:cNvGrpSpPr/>
          <p:nvPr/>
        </p:nvGrpSpPr>
        <p:grpSpPr>
          <a:xfrm>
            <a:off x="512550" y="529925"/>
            <a:ext cx="8130600" cy="4187400"/>
            <a:chOff x="512550" y="529925"/>
            <a:chExt cx="8130600" cy="4187400"/>
          </a:xfrm>
        </p:grpSpPr>
        <p:grpSp>
          <p:nvGrpSpPr>
            <p:cNvPr id="2458" name="Google Shape;2458;p35"/>
            <p:cNvGrpSpPr/>
            <p:nvPr/>
          </p:nvGrpSpPr>
          <p:grpSpPr>
            <a:xfrm>
              <a:off x="512550" y="529925"/>
              <a:ext cx="8130600" cy="4187400"/>
              <a:chOff x="512550" y="529925"/>
              <a:chExt cx="8130600" cy="4187400"/>
            </a:xfrm>
          </p:grpSpPr>
          <p:grpSp>
            <p:nvGrpSpPr>
              <p:cNvPr id="2459" name="Google Shape;2459;p35"/>
              <p:cNvGrpSpPr/>
              <p:nvPr/>
            </p:nvGrpSpPr>
            <p:grpSpPr>
              <a:xfrm>
                <a:off x="512550" y="529925"/>
                <a:ext cx="8130600" cy="4187400"/>
                <a:chOff x="512550" y="529925"/>
                <a:chExt cx="8130600" cy="4187400"/>
              </a:xfrm>
            </p:grpSpPr>
            <p:sp>
              <p:nvSpPr>
                <p:cNvPr id="2460" name="Google Shape;2460;p35"/>
                <p:cNvSpPr/>
                <p:nvPr/>
              </p:nvSpPr>
              <p:spPr>
                <a:xfrm>
                  <a:off x="512550" y="529925"/>
                  <a:ext cx="8130600" cy="418740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461" name="Google Shape;2461;p35"/>
                <p:cNvCxnSpPr/>
                <p:nvPr/>
              </p:nvCxnSpPr>
              <p:spPr>
                <a:xfrm>
                  <a:off x="524425" y="1029828"/>
                  <a:ext cx="81186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462" name="Google Shape;2462;p35"/>
              <p:cNvSpPr/>
              <p:nvPr/>
            </p:nvSpPr>
            <p:spPr>
              <a:xfrm>
                <a:off x="7110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Google Shape;2463;p35"/>
              <p:cNvSpPr/>
              <p:nvPr/>
            </p:nvSpPr>
            <p:spPr>
              <a:xfrm>
                <a:off x="8634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Google Shape;2464;p35"/>
              <p:cNvSpPr/>
              <p:nvPr/>
            </p:nvSpPr>
            <p:spPr>
              <a:xfrm>
                <a:off x="10158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465" name="Google Shape;2465;p35"/>
            <p:cNvCxnSpPr/>
            <p:nvPr/>
          </p:nvCxnSpPr>
          <p:spPr>
            <a:xfrm>
              <a:off x="524425" y="4522222"/>
              <a:ext cx="81186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chemeClr val="accent1"/>
            </a:gs>
            <a:gs pos="100000">
              <a:schemeClr val="dk1"/>
            </a:gs>
          </a:gsLst>
          <a:lin ang="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745725" y="0"/>
            <a:ext cx="4406366" cy="5143500"/>
          </a:xfrm>
          <a:custGeom>
            <a:avLst/>
            <a:gdLst/>
            <a:ahLst/>
            <a:cxnLst/>
            <a:rect l="l" t="t" r="r" b="b"/>
            <a:pathLst>
              <a:path w="6228079" h="6858000" extrusionOk="0">
                <a:moveTo>
                  <a:pt x="0" y="0"/>
                </a:moveTo>
                <a:cubicBezTo>
                  <a:pt x="1192022" y="1180275"/>
                  <a:pt x="1930400" y="2817749"/>
                  <a:pt x="1930400" y="4627690"/>
                </a:cubicBezTo>
                <a:cubicBezTo>
                  <a:pt x="1931225" y="5388331"/>
                  <a:pt x="1798574" y="6143219"/>
                  <a:pt x="1538478" y="6858000"/>
                </a:cubicBezTo>
                <a:lnTo>
                  <a:pt x="6228080" y="6858000"/>
                </a:lnTo>
                <a:lnTo>
                  <a:pt x="6228080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72000">
                <a:schemeClr val="accent3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4907911" y="0"/>
            <a:ext cx="4243868" cy="5143500"/>
          </a:xfrm>
          <a:custGeom>
            <a:avLst/>
            <a:gdLst/>
            <a:ahLst/>
            <a:cxnLst/>
            <a:rect l="l" t="t" r="r" b="b"/>
            <a:pathLst>
              <a:path w="5998400" h="6858000" extrusionOk="0">
                <a:moveTo>
                  <a:pt x="2752407" y="0"/>
                </a:moveTo>
                <a:cubicBezTo>
                  <a:pt x="2856294" y="466997"/>
                  <a:pt x="2908554" y="943991"/>
                  <a:pt x="2908300" y="1422400"/>
                </a:cubicBezTo>
                <a:cubicBezTo>
                  <a:pt x="2908300" y="3686239"/>
                  <a:pt x="1753171" y="5680139"/>
                  <a:pt x="0" y="6847206"/>
                </a:cubicBezTo>
                <a:lnTo>
                  <a:pt x="0" y="6858000"/>
                </a:lnTo>
                <a:lnTo>
                  <a:pt x="5998401" y="6858000"/>
                </a:lnTo>
                <a:lnTo>
                  <a:pt x="5998401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571500" dist="19050" dir="10800000" algn="bl" rotWithShape="0">
              <a:schemeClr val="dk1">
                <a:alpha val="35000"/>
              </a:scheme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6451123" y="3"/>
            <a:ext cx="2697686" cy="3605879"/>
          </a:xfrm>
          <a:custGeom>
            <a:avLst/>
            <a:gdLst/>
            <a:ahLst/>
            <a:cxnLst/>
            <a:rect l="l" t="t" r="r" b="b"/>
            <a:pathLst>
              <a:path w="3812984" h="4807839" extrusionOk="0">
                <a:moveTo>
                  <a:pt x="3812984" y="4807839"/>
                </a:moveTo>
                <a:lnTo>
                  <a:pt x="3812984" y="0"/>
                </a:lnTo>
                <a:lnTo>
                  <a:pt x="0" y="0"/>
                </a:lnTo>
                <a:cubicBezTo>
                  <a:pt x="1961959" y="853313"/>
                  <a:pt x="3421634" y="2644648"/>
                  <a:pt x="3812984" y="4807839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5"/>
              </a:gs>
            </a:gsLst>
            <a:lin ang="5400012" scaled="0"/>
          </a:gradFill>
          <a:ln>
            <a:noFill/>
          </a:ln>
          <a:effectLst>
            <a:outerShdw blurRad="571500" dist="19050" dir="10800000" algn="bl" rotWithShape="0">
              <a:schemeClr val="dk1">
                <a:alpha val="30000"/>
              </a:scheme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779100" y="1991825"/>
            <a:ext cx="5577600" cy="115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65193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 Black"/>
              <a:buNone/>
              <a:defRPr sz="30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7929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5" r:id="rId6"/>
    <p:sldLayoutId id="2147483657" r:id="rId7"/>
    <p:sldLayoutId id="2147483658" r:id="rId8"/>
    <p:sldLayoutId id="2147483659" r:id="rId9"/>
    <p:sldLayoutId id="2147483660" r:id="rId10"/>
    <p:sldLayoutId id="2147483662" r:id="rId11"/>
    <p:sldLayoutId id="2147483663" r:id="rId12"/>
    <p:sldLayoutId id="2147483664" r:id="rId13"/>
    <p:sldLayoutId id="2147483669" r:id="rId14"/>
    <p:sldLayoutId id="2147483670" r:id="rId15"/>
    <p:sldLayoutId id="2147483681" r:id="rId16"/>
    <p:sldLayoutId id="2147483684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slide" Target="slide8.xml"/><Relationship Id="rId5" Type="http://schemas.openxmlformats.org/officeDocument/2006/relationships/image" Target="../media/image5.pn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0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slide" Target="slide8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881" y="985363"/>
            <a:ext cx="7064383" cy="3550632"/>
          </a:xfrm>
          <a:prstGeom prst="rect">
            <a:avLst/>
          </a:prstGeom>
        </p:spPr>
      </p:pic>
      <p:sp>
        <p:nvSpPr>
          <p:cNvPr id="2474" name="Google Shape;2474;p38"/>
          <p:cNvSpPr txBox="1">
            <a:spLocks noGrp="1"/>
          </p:cNvSpPr>
          <p:nvPr>
            <p:ph type="ctrTitle"/>
          </p:nvPr>
        </p:nvSpPr>
        <p:spPr>
          <a:xfrm>
            <a:off x="2328354" y="1902067"/>
            <a:ext cx="4487291" cy="88780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>
                <a:solidFill>
                  <a:srgbClr val="FFFF00"/>
                </a:solidFill>
                <a:latin typeface="Bauhaus 93" panose="04030905020B02020C02" pitchFamily="82" charset="0"/>
              </a:rPr>
              <a:t>Uji T - Test</a:t>
            </a:r>
            <a:endParaRPr sz="5400" dirty="0">
              <a:solidFill>
                <a:srgbClr val="FFFF00"/>
              </a:solidFill>
              <a:latin typeface="Bauhaus 93" panose="04030905020B02020C02" pitchFamily="82" charset="0"/>
            </a:endParaRPr>
          </a:p>
        </p:txBody>
      </p:sp>
      <p:sp>
        <p:nvSpPr>
          <p:cNvPr id="2475" name="Google Shape;2475;p38"/>
          <p:cNvSpPr txBox="1">
            <a:spLocks noGrp="1"/>
          </p:cNvSpPr>
          <p:nvPr>
            <p:ph type="subTitle" idx="1"/>
          </p:nvPr>
        </p:nvSpPr>
        <p:spPr>
          <a:xfrm>
            <a:off x="1389966" y="2797528"/>
            <a:ext cx="6157463" cy="4727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FFFF00"/>
                </a:solidFill>
                <a:latin typeface="Gill Sans Ultra Bold" panose="020B0A02020104020203" pitchFamily="34" charset="0"/>
              </a:rPr>
              <a:t>(P</a:t>
            </a:r>
            <a:r>
              <a:rPr lang="en-ID" sz="2400" dirty="0">
                <a:solidFill>
                  <a:srgbClr val="FFFF00"/>
                </a:solidFill>
                <a:latin typeface="Gill Sans Ultra Bold" panose="020B0A02020104020203" pitchFamily="34" charset="0"/>
              </a:rPr>
              <a:t>e</a:t>
            </a:r>
            <a:r>
              <a:rPr lang="en" sz="2400" dirty="0">
                <a:solidFill>
                  <a:srgbClr val="FFFF00"/>
                </a:solidFill>
                <a:latin typeface="Gill Sans Ultra Bold" panose="020B0A02020104020203" pitchFamily="34" charset="0"/>
              </a:rPr>
              <a:t>ngantar Statistik Lanjut)</a:t>
            </a:r>
            <a:endParaRPr sz="2400" dirty="0">
              <a:solidFill>
                <a:srgbClr val="FFFF00"/>
              </a:solidFill>
              <a:latin typeface="Gill Sans Ultra Bold" panose="020B0A02020104020203" pitchFamily="34" charset="0"/>
            </a:endParaRPr>
          </a:p>
        </p:txBody>
      </p:sp>
      <p:grpSp>
        <p:nvGrpSpPr>
          <p:cNvPr id="2479" name="Google Shape;2479;p38"/>
          <p:cNvGrpSpPr/>
          <p:nvPr/>
        </p:nvGrpSpPr>
        <p:grpSpPr>
          <a:xfrm>
            <a:off x="8090276" y="611286"/>
            <a:ext cx="343759" cy="339271"/>
            <a:chOff x="6232000" y="1435050"/>
            <a:chExt cx="488225" cy="481850"/>
          </a:xfrm>
        </p:grpSpPr>
        <p:sp>
          <p:nvSpPr>
            <p:cNvPr id="2480" name="Google Shape;2480;p38"/>
            <p:cNvSpPr/>
            <p:nvPr/>
          </p:nvSpPr>
          <p:spPr>
            <a:xfrm>
              <a:off x="6578000" y="1463375"/>
              <a:ext cx="83150" cy="78250"/>
            </a:xfrm>
            <a:custGeom>
              <a:avLst/>
              <a:gdLst/>
              <a:ahLst/>
              <a:cxnLst/>
              <a:rect l="l" t="t" r="r" b="b"/>
              <a:pathLst>
                <a:path w="3326" h="3130" extrusionOk="0">
                  <a:moveTo>
                    <a:pt x="482" y="1"/>
                  </a:moveTo>
                  <a:cubicBezTo>
                    <a:pt x="280" y="1"/>
                    <a:pt x="95" y="114"/>
                    <a:pt x="1" y="293"/>
                  </a:cubicBezTo>
                  <a:lnTo>
                    <a:pt x="3322" y="3130"/>
                  </a:lnTo>
                  <a:lnTo>
                    <a:pt x="3322" y="564"/>
                  </a:lnTo>
                  <a:cubicBezTo>
                    <a:pt x="3325" y="253"/>
                    <a:pt x="3072" y="1"/>
                    <a:pt x="2761" y="1"/>
                  </a:cubicBezTo>
                  <a:cubicBezTo>
                    <a:pt x="2760" y="1"/>
                    <a:pt x="2758" y="1"/>
                    <a:pt x="2756" y="1"/>
                  </a:cubicBezTo>
                  <a:lnTo>
                    <a:pt x="497" y="1"/>
                  </a:lnTo>
                  <a:cubicBezTo>
                    <a:pt x="492" y="1"/>
                    <a:pt x="487" y="1"/>
                    <a:pt x="4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81" name="Google Shape;2481;p38"/>
            <p:cNvSpPr/>
            <p:nvPr/>
          </p:nvSpPr>
          <p:spPr>
            <a:xfrm>
              <a:off x="6421725" y="1773850"/>
              <a:ext cx="112950" cy="143050"/>
            </a:xfrm>
            <a:custGeom>
              <a:avLst/>
              <a:gdLst/>
              <a:ahLst/>
              <a:cxnLst/>
              <a:rect l="l" t="t" r="r" b="b"/>
              <a:pathLst>
                <a:path w="4518" h="5722" extrusionOk="0">
                  <a:moveTo>
                    <a:pt x="2822" y="1130"/>
                  </a:moveTo>
                  <a:cubicBezTo>
                    <a:pt x="3325" y="1130"/>
                    <a:pt x="3578" y="1738"/>
                    <a:pt x="3222" y="2093"/>
                  </a:cubicBezTo>
                  <a:cubicBezTo>
                    <a:pt x="3106" y="2209"/>
                    <a:pt x="2964" y="2260"/>
                    <a:pt x="2825" y="2260"/>
                  </a:cubicBezTo>
                  <a:cubicBezTo>
                    <a:pt x="2535" y="2260"/>
                    <a:pt x="2259" y="2036"/>
                    <a:pt x="2259" y="1696"/>
                  </a:cubicBezTo>
                  <a:cubicBezTo>
                    <a:pt x="2259" y="1383"/>
                    <a:pt x="2509" y="1130"/>
                    <a:pt x="2822" y="1130"/>
                  </a:cubicBezTo>
                  <a:close/>
                  <a:moveTo>
                    <a:pt x="0" y="1"/>
                  </a:moveTo>
                  <a:lnTo>
                    <a:pt x="0" y="5722"/>
                  </a:lnTo>
                  <a:lnTo>
                    <a:pt x="4517" y="5722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82" name="Google Shape;2482;p38"/>
            <p:cNvSpPr/>
            <p:nvPr/>
          </p:nvSpPr>
          <p:spPr>
            <a:xfrm>
              <a:off x="6448975" y="1632700"/>
              <a:ext cx="56475" cy="56475"/>
            </a:xfrm>
            <a:custGeom>
              <a:avLst/>
              <a:gdLst/>
              <a:ahLst/>
              <a:cxnLst/>
              <a:rect l="l" t="t" r="r" b="b"/>
              <a:pathLst>
                <a:path w="2259" h="2259" extrusionOk="0">
                  <a:moveTo>
                    <a:pt x="0" y="0"/>
                  </a:moveTo>
                  <a:lnTo>
                    <a:pt x="0" y="2259"/>
                  </a:lnTo>
                  <a:lnTo>
                    <a:pt x="2259" y="2259"/>
                  </a:lnTo>
                  <a:lnTo>
                    <a:pt x="22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83" name="Google Shape;2483;p38"/>
            <p:cNvSpPr/>
            <p:nvPr/>
          </p:nvSpPr>
          <p:spPr>
            <a:xfrm>
              <a:off x="6232000" y="1435050"/>
              <a:ext cx="488225" cy="237825"/>
            </a:xfrm>
            <a:custGeom>
              <a:avLst/>
              <a:gdLst/>
              <a:ahLst/>
              <a:cxnLst/>
              <a:rect l="l" t="t" r="r" b="b"/>
              <a:pathLst>
                <a:path w="19529" h="9513" extrusionOk="0">
                  <a:moveTo>
                    <a:pt x="9821" y="0"/>
                  </a:moveTo>
                  <a:cubicBezTo>
                    <a:pt x="9559" y="0"/>
                    <a:pt x="9297" y="92"/>
                    <a:pt x="9086" y="276"/>
                  </a:cubicBezTo>
                  <a:lnTo>
                    <a:pt x="531" y="7521"/>
                  </a:lnTo>
                  <a:cubicBezTo>
                    <a:pt x="61" y="7921"/>
                    <a:pt x="1" y="8626"/>
                    <a:pt x="395" y="9099"/>
                  </a:cubicBezTo>
                  <a:cubicBezTo>
                    <a:pt x="620" y="9369"/>
                    <a:pt x="942" y="9508"/>
                    <a:pt x="1266" y="9508"/>
                  </a:cubicBezTo>
                  <a:cubicBezTo>
                    <a:pt x="1525" y="9508"/>
                    <a:pt x="1785" y="9419"/>
                    <a:pt x="1997" y="9237"/>
                  </a:cubicBezTo>
                  <a:lnTo>
                    <a:pt x="9821" y="2622"/>
                  </a:lnTo>
                  <a:lnTo>
                    <a:pt x="17544" y="9240"/>
                  </a:lnTo>
                  <a:cubicBezTo>
                    <a:pt x="17759" y="9425"/>
                    <a:pt x="18019" y="9513"/>
                    <a:pt x="18278" y="9513"/>
                  </a:cubicBezTo>
                  <a:cubicBezTo>
                    <a:pt x="18661" y="9513"/>
                    <a:pt x="19039" y="9318"/>
                    <a:pt x="19252" y="8954"/>
                  </a:cubicBezTo>
                  <a:cubicBezTo>
                    <a:pt x="19529" y="8482"/>
                    <a:pt x="19430" y="7879"/>
                    <a:pt x="19014" y="7524"/>
                  </a:cubicBezTo>
                  <a:lnTo>
                    <a:pt x="10555" y="276"/>
                  </a:lnTo>
                  <a:cubicBezTo>
                    <a:pt x="10345" y="92"/>
                    <a:pt x="10083" y="0"/>
                    <a:pt x="98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84" name="Google Shape;2484;p38"/>
            <p:cNvSpPr/>
            <p:nvPr/>
          </p:nvSpPr>
          <p:spPr>
            <a:xfrm>
              <a:off x="6291025" y="1537700"/>
              <a:ext cx="369800" cy="379200"/>
            </a:xfrm>
            <a:custGeom>
              <a:avLst/>
              <a:gdLst/>
              <a:ahLst/>
              <a:cxnLst/>
              <a:rect l="l" t="t" r="r" b="b"/>
              <a:pathLst>
                <a:path w="14792" h="15168" extrusionOk="0">
                  <a:moveTo>
                    <a:pt x="9143" y="2671"/>
                  </a:moveTo>
                  <a:cubicBezTo>
                    <a:pt x="9453" y="2671"/>
                    <a:pt x="9706" y="2924"/>
                    <a:pt x="9706" y="3237"/>
                  </a:cubicBezTo>
                  <a:lnTo>
                    <a:pt x="9706" y="6625"/>
                  </a:lnTo>
                  <a:cubicBezTo>
                    <a:pt x="9706" y="6935"/>
                    <a:pt x="9453" y="7188"/>
                    <a:pt x="9143" y="7188"/>
                  </a:cubicBezTo>
                  <a:lnTo>
                    <a:pt x="5755" y="7188"/>
                  </a:lnTo>
                  <a:cubicBezTo>
                    <a:pt x="5442" y="7188"/>
                    <a:pt x="5189" y="6935"/>
                    <a:pt x="5189" y="6625"/>
                  </a:cubicBezTo>
                  <a:lnTo>
                    <a:pt x="5189" y="3237"/>
                  </a:lnTo>
                  <a:cubicBezTo>
                    <a:pt x="5189" y="2924"/>
                    <a:pt x="5442" y="2671"/>
                    <a:pt x="5755" y="2671"/>
                  </a:cubicBezTo>
                  <a:close/>
                  <a:moveTo>
                    <a:pt x="7448" y="0"/>
                  </a:moveTo>
                  <a:lnTo>
                    <a:pt x="4" y="6291"/>
                  </a:lnTo>
                  <a:lnTo>
                    <a:pt x="4" y="14605"/>
                  </a:lnTo>
                  <a:cubicBezTo>
                    <a:pt x="1" y="14913"/>
                    <a:pt x="254" y="15168"/>
                    <a:pt x="564" y="15168"/>
                  </a:cubicBezTo>
                  <a:cubicBezTo>
                    <a:pt x="566" y="15168"/>
                    <a:pt x="568" y="15168"/>
                    <a:pt x="570" y="15168"/>
                  </a:cubicBezTo>
                  <a:lnTo>
                    <a:pt x="4060" y="15168"/>
                  </a:lnTo>
                  <a:lnTo>
                    <a:pt x="4060" y="8883"/>
                  </a:lnTo>
                  <a:cubicBezTo>
                    <a:pt x="4060" y="8570"/>
                    <a:pt x="4313" y="8317"/>
                    <a:pt x="4626" y="8317"/>
                  </a:cubicBezTo>
                  <a:lnTo>
                    <a:pt x="10272" y="8317"/>
                  </a:lnTo>
                  <a:cubicBezTo>
                    <a:pt x="10582" y="8317"/>
                    <a:pt x="10835" y="8570"/>
                    <a:pt x="10835" y="8883"/>
                  </a:cubicBezTo>
                  <a:lnTo>
                    <a:pt x="10835" y="15168"/>
                  </a:lnTo>
                  <a:lnTo>
                    <a:pt x="14223" y="15168"/>
                  </a:lnTo>
                  <a:cubicBezTo>
                    <a:pt x="14225" y="15168"/>
                    <a:pt x="14227" y="15168"/>
                    <a:pt x="14228" y="15168"/>
                  </a:cubicBezTo>
                  <a:cubicBezTo>
                    <a:pt x="14539" y="15168"/>
                    <a:pt x="14792" y="14913"/>
                    <a:pt x="14789" y="14605"/>
                  </a:cubicBezTo>
                  <a:lnTo>
                    <a:pt x="14789" y="6291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485" name="Google Shape;2485;p38">
            <a:hlinkClick r:id="rId4" action="ppaction://hlinksldjump"/>
          </p:cNvPr>
          <p:cNvSpPr/>
          <p:nvPr/>
        </p:nvSpPr>
        <p:spPr>
          <a:xfrm>
            <a:off x="8016900" y="576463"/>
            <a:ext cx="490500" cy="4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475;p38">
            <a:extLst>
              <a:ext uri="{FF2B5EF4-FFF2-40B4-BE49-F238E27FC236}">
                <a16:creationId xmlns:a16="http://schemas.microsoft.com/office/drawing/2014/main" id="{B0FDC1E4-AF61-5120-C8EC-0FDE87ABD551}"/>
              </a:ext>
            </a:extLst>
          </p:cNvPr>
          <p:cNvSpPr txBox="1">
            <a:spLocks/>
          </p:cNvSpPr>
          <p:nvPr/>
        </p:nvSpPr>
        <p:spPr>
          <a:xfrm>
            <a:off x="751560" y="514070"/>
            <a:ext cx="4131650" cy="47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ctr"/>
            <a:r>
              <a:rPr lang="en-US" sz="2400" dirty="0"/>
              <a:t>B</a:t>
            </a:r>
            <a:r>
              <a:rPr lang="en-ID" sz="2400" dirty="0"/>
              <a:t>AB 8</a:t>
            </a:r>
          </a:p>
        </p:txBody>
      </p:sp>
      <p:grpSp>
        <p:nvGrpSpPr>
          <p:cNvPr id="4" name="Google Shape;2503;p40">
            <a:extLst>
              <a:ext uri="{FF2B5EF4-FFF2-40B4-BE49-F238E27FC236}">
                <a16:creationId xmlns:a16="http://schemas.microsoft.com/office/drawing/2014/main" id="{B537CBBC-DCED-46E3-3D13-2E5B118E80CB}"/>
              </a:ext>
            </a:extLst>
          </p:cNvPr>
          <p:cNvGrpSpPr/>
          <p:nvPr/>
        </p:nvGrpSpPr>
        <p:grpSpPr>
          <a:xfrm>
            <a:off x="1149099" y="1286809"/>
            <a:ext cx="7093949" cy="3006134"/>
            <a:chOff x="1031247" y="529926"/>
            <a:chExt cx="7093949" cy="3006134"/>
          </a:xfrm>
        </p:grpSpPr>
        <p:grpSp>
          <p:nvGrpSpPr>
            <p:cNvPr id="5" name="Google Shape;2504;p40">
              <a:extLst>
                <a:ext uri="{FF2B5EF4-FFF2-40B4-BE49-F238E27FC236}">
                  <a16:creationId xmlns:a16="http://schemas.microsoft.com/office/drawing/2014/main" id="{DE9F2CC3-707A-08A1-CDA5-30B88F888F2C}"/>
                </a:ext>
              </a:extLst>
            </p:cNvPr>
            <p:cNvGrpSpPr/>
            <p:nvPr/>
          </p:nvGrpSpPr>
          <p:grpSpPr>
            <a:xfrm>
              <a:off x="1031247" y="529926"/>
              <a:ext cx="7093949" cy="3006134"/>
              <a:chOff x="512550" y="529925"/>
              <a:chExt cx="8130600" cy="4187400"/>
            </a:xfrm>
          </p:grpSpPr>
          <p:grpSp>
            <p:nvGrpSpPr>
              <p:cNvPr id="10" name="Google Shape;2505;p40">
                <a:extLst>
                  <a:ext uri="{FF2B5EF4-FFF2-40B4-BE49-F238E27FC236}">
                    <a16:creationId xmlns:a16="http://schemas.microsoft.com/office/drawing/2014/main" id="{300EF19B-F716-3EBB-C4D7-5BC5B5E4DCA4}"/>
                  </a:ext>
                </a:extLst>
              </p:cNvPr>
              <p:cNvGrpSpPr/>
              <p:nvPr/>
            </p:nvGrpSpPr>
            <p:grpSpPr>
              <a:xfrm>
                <a:off x="512550" y="529925"/>
                <a:ext cx="8130600" cy="4187400"/>
                <a:chOff x="512550" y="529925"/>
                <a:chExt cx="8130600" cy="4187400"/>
              </a:xfrm>
            </p:grpSpPr>
            <p:sp>
              <p:nvSpPr>
                <p:cNvPr id="12" name="Google Shape;2506;p40">
                  <a:extLst>
                    <a:ext uri="{FF2B5EF4-FFF2-40B4-BE49-F238E27FC236}">
                      <a16:creationId xmlns:a16="http://schemas.microsoft.com/office/drawing/2014/main" id="{37C10035-3263-EB5B-B9DB-A201C7066F28}"/>
                    </a:ext>
                  </a:extLst>
                </p:cNvPr>
                <p:cNvSpPr/>
                <p:nvPr/>
              </p:nvSpPr>
              <p:spPr>
                <a:xfrm>
                  <a:off x="512550" y="529925"/>
                  <a:ext cx="8130600" cy="418740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3" name="Google Shape;2507;p40">
                  <a:extLst>
                    <a:ext uri="{FF2B5EF4-FFF2-40B4-BE49-F238E27FC236}">
                      <a16:creationId xmlns:a16="http://schemas.microsoft.com/office/drawing/2014/main" id="{E6E32F05-AE35-FD27-7FFA-03426D8DA71F}"/>
                    </a:ext>
                  </a:extLst>
                </p:cNvPr>
                <p:cNvCxnSpPr/>
                <p:nvPr/>
              </p:nvCxnSpPr>
              <p:spPr>
                <a:xfrm>
                  <a:off x="524425" y="1029828"/>
                  <a:ext cx="81186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1" name="Google Shape;2508;p40">
                <a:extLst>
                  <a:ext uri="{FF2B5EF4-FFF2-40B4-BE49-F238E27FC236}">
                    <a16:creationId xmlns:a16="http://schemas.microsoft.com/office/drawing/2014/main" id="{426DC8D6-5C50-43FC-8B37-5196A09421CB}"/>
                  </a:ext>
                </a:extLst>
              </p:cNvPr>
              <p:cNvCxnSpPr/>
              <p:nvPr/>
            </p:nvCxnSpPr>
            <p:spPr>
              <a:xfrm>
                <a:off x="524425" y="4522222"/>
                <a:ext cx="81186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" name="Google Shape;2509;p40">
              <a:extLst>
                <a:ext uri="{FF2B5EF4-FFF2-40B4-BE49-F238E27FC236}">
                  <a16:creationId xmlns:a16="http://schemas.microsoft.com/office/drawing/2014/main" id="{4BDCB562-2A1F-031B-87B5-4C7F92D4DE9F}"/>
                </a:ext>
              </a:extLst>
            </p:cNvPr>
            <p:cNvGrpSpPr/>
            <p:nvPr/>
          </p:nvGrpSpPr>
          <p:grpSpPr>
            <a:xfrm>
              <a:off x="1192427" y="670784"/>
              <a:ext cx="298503" cy="79687"/>
              <a:chOff x="711022" y="726146"/>
              <a:chExt cx="415800" cy="111000"/>
            </a:xfrm>
          </p:grpSpPr>
          <p:sp>
            <p:nvSpPr>
              <p:cNvPr id="7" name="Google Shape;2510;p40">
                <a:extLst>
                  <a:ext uri="{FF2B5EF4-FFF2-40B4-BE49-F238E27FC236}">
                    <a16:creationId xmlns:a16="http://schemas.microsoft.com/office/drawing/2014/main" id="{84C5D7FC-337D-402F-110E-AFBFBFFB508E}"/>
                  </a:ext>
                </a:extLst>
              </p:cNvPr>
              <p:cNvSpPr/>
              <p:nvPr/>
            </p:nvSpPr>
            <p:spPr>
              <a:xfrm>
                <a:off x="7110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2511;p40">
                <a:extLst>
                  <a:ext uri="{FF2B5EF4-FFF2-40B4-BE49-F238E27FC236}">
                    <a16:creationId xmlns:a16="http://schemas.microsoft.com/office/drawing/2014/main" id="{F9DB2223-109B-234D-9AF7-C3EA427DBC7A}"/>
                  </a:ext>
                </a:extLst>
              </p:cNvPr>
              <p:cNvSpPr/>
              <p:nvPr/>
            </p:nvSpPr>
            <p:spPr>
              <a:xfrm>
                <a:off x="8634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2512;p40">
                <a:extLst>
                  <a:ext uri="{FF2B5EF4-FFF2-40B4-BE49-F238E27FC236}">
                    <a16:creationId xmlns:a16="http://schemas.microsoft.com/office/drawing/2014/main" id="{7ADD788C-4BAE-9E1F-DEB6-399B18C73013}"/>
                  </a:ext>
                </a:extLst>
              </p:cNvPr>
              <p:cNvSpPr/>
              <p:nvPr/>
            </p:nvSpPr>
            <p:spPr>
              <a:xfrm>
                <a:off x="10158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874" y="-29181"/>
            <a:ext cx="9278874" cy="5188010"/>
          </a:xfrm>
          <a:prstGeom prst="rect">
            <a:avLst/>
          </a:prstGeom>
        </p:spPr>
      </p:pic>
      <p:sp>
        <p:nvSpPr>
          <p:cNvPr id="2" name="Down Arrow 1"/>
          <p:cNvSpPr/>
          <p:nvPr/>
        </p:nvSpPr>
        <p:spPr>
          <a:xfrm>
            <a:off x="3589496" y="-33487"/>
            <a:ext cx="4187799" cy="1542204"/>
          </a:xfrm>
          <a:prstGeom prst="downArrow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rgbClr val="FFFF00"/>
                </a:solidFill>
                <a:latin typeface="Bauhaus 93" panose="04030905020B02020C02" pitchFamily="82" charset="0"/>
              </a:rPr>
              <a:t>Pokok</a:t>
            </a:r>
            <a:r>
              <a:rPr lang="en-US" sz="2000" b="1" dirty="0">
                <a:solidFill>
                  <a:srgbClr val="FFFF00"/>
                </a:solidFill>
                <a:latin typeface="Bauhaus 93" panose="04030905020B02020C02" pitchFamily="82" charset="0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Bauhaus 93" panose="04030905020B02020C02" pitchFamily="82" charset="0"/>
              </a:rPr>
              <a:t>Bahasan</a:t>
            </a:r>
            <a:endParaRPr lang="en-US" sz="2000" b="1" dirty="0">
              <a:solidFill>
                <a:srgbClr val="FFFF00"/>
              </a:solidFill>
              <a:latin typeface="Bauhaus 93" panose="04030905020B02020C02" pitchFamily="82" charset="0"/>
            </a:endParaRPr>
          </a:p>
          <a:p>
            <a:pPr algn="ctr"/>
            <a:r>
              <a:rPr lang="en-US" sz="2000" b="1" dirty="0" smtClean="0">
                <a:solidFill>
                  <a:srgbClr val="FFFF00"/>
                </a:solidFill>
                <a:latin typeface="Bauhaus 93" panose="04030905020B02020C02" pitchFamily="82" charset="0"/>
              </a:rPr>
              <a:t>13 </a:t>
            </a:r>
            <a:r>
              <a:rPr lang="en-US" sz="2000" b="1" dirty="0" smtClean="0">
                <a:solidFill>
                  <a:srgbClr val="FFFF00"/>
                </a:solidFill>
                <a:latin typeface="Bauhaus 93" panose="04030905020B02020C02" pitchFamily="82" charset="0"/>
              </a:rPr>
              <a:t>April </a:t>
            </a:r>
            <a:r>
              <a:rPr lang="en-US" sz="2000" b="1" dirty="0">
                <a:solidFill>
                  <a:srgbClr val="FFFF00"/>
                </a:solidFill>
                <a:latin typeface="Bauhaus 93" panose="04030905020B02020C02" pitchFamily="82" charset="0"/>
              </a:rPr>
              <a:t>2023</a:t>
            </a:r>
          </a:p>
        </p:txBody>
      </p:sp>
      <p:pic>
        <p:nvPicPr>
          <p:cNvPr id="12" name="Picture 36" descr="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74668" y="1391428"/>
            <a:ext cx="2752893" cy="3586826"/>
          </a:xfrm>
          <a:prstGeom prst="rect">
            <a:avLst/>
          </a:prstGeom>
        </p:spPr>
      </p:pic>
      <p:sp>
        <p:nvSpPr>
          <p:cNvPr id="13" name="Right Arrow 12"/>
          <p:cNvSpPr/>
          <p:nvPr/>
        </p:nvSpPr>
        <p:spPr>
          <a:xfrm>
            <a:off x="-134874" y="1543648"/>
            <a:ext cx="4406623" cy="166357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dirty="0" err="1">
                <a:solidFill>
                  <a:schemeClr val="tx1"/>
                </a:solidFill>
              </a:rPr>
              <a:t>Capaian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Pembelajaran</a:t>
            </a:r>
            <a:r>
              <a:rPr lang="en-US" sz="1800" b="1" dirty="0">
                <a:solidFill>
                  <a:schemeClr val="tx1"/>
                </a:solidFill>
              </a:rPr>
              <a:t> Mata </a:t>
            </a:r>
            <a:r>
              <a:rPr lang="en-US" sz="1800" b="1" dirty="0" err="1">
                <a:solidFill>
                  <a:schemeClr val="tx1"/>
                </a:solidFill>
              </a:rPr>
              <a:t>Kuliah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800" b="1" dirty="0">
                <a:solidFill>
                  <a:schemeClr val="tx1"/>
                </a:solidFill>
              </a:rPr>
              <a:t>(CPMK)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0" y="3081546"/>
            <a:ext cx="5105400" cy="1896708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536" dirty="0"/>
          </a:p>
          <a:p>
            <a:pPr algn="ctr"/>
            <a:r>
              <a:rPr lang="fi-FI" sz="1500" b="1" dirty="0"/>
              <a:t>BAB </a:t>
            </a:r>
            <a:r>
              <a:rPr lang="fi-FI" sz="1500" b="1" dirty="0" smtClean="0"/>
              <a:t>8</a:t>
            </a:r>
            <a:endParaRPr lang="fi-FI" sz="1500" b="1" dirty="0"/>
          </a:p>
          <a:p>
            <a:pPr algn="ctr"/>
            <a:r>
              <a:rPr lang="pt-BR" sz="1500" b="1" dirty="0"/>
              <a:t>Uji T - Test</a:t>
            </a:r>
            <a:endParaRPr lang="fi-FI" sz="1500" b="1" dirty="0"/>
          </a:p>
        </p:txBody>
      </p:sp>
      <p:pic>
        <p:nvPicPr>
          <p:cNvPr id="7" name="Picture 1" descr="C:\Users\Fak Ekonomi\Desktop\LOGO FE 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1" y="112630"/>
            <a:ext cx="669921" cy="624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5494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63688" y="2625757"/>
            <a:ext cx="405045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/>
              <a:t> </a:t>
            </a:r>
            <a:endParaRPr lang="en-GB" sz="1050" dirty="0"/>
          </a:p>
          <a:p>
            <a:r>
              <a:rPr lang="en-US" sz="1050" dirty="0"/>
              <a:t> </a:t>
            </a:r>
            <a:endParaRPr lang="en-GB" sz="1050" dirty="0"/>
          </a:p>
          <a:p>
            <a:r>
              <a:rPr lang="en-US" sz="1050" dirty="0"/>
              <a:t> </a:t>
            </a:r>
            <a:endParaRPr lang="en-GB" sz="1050" dirty="0"/>
          </a:p>
          <a:p>
            <a:r>
              <a:rPr lang="en-US" sz="1050" dirty="0"/>
              <a:t> </a:t>
            </a:r>
            <a:endParaRPr lang="en-GB" sz="1050" dirty="0"/>
          </a:p>
          <a:p>
            <a:r>
              <a:rPr lang="en-US" sz="1050" dirty="0"/>
              <a:t> </a:t>
            </a:r>
            <a:endParaRPr lang="en-GB" sz="1050" dirty="0"/>
          </a:p>
          <a:p>
            <a:r>
              <a:rPr lang="en-US" sz="1050" dirty="0"/>
              <a:t> </a:t>
            </a:r>
            <a:endParaRPr lang="en-GB" sz="1050" dirty="0"/>
          </a:p>
          <a:p>
            <a:r>
              <a:rPr lang="en-US" sz="1050" dirty="0"/>
              <a:t> </a:t>
            </a:r>
            <a:endParaRPr lang="en-GB" sz="1050" dirty="0"/>
          </a:p>
          <a:p>
            <a:r>
              <a:rPr lang="en-US" sz="1050" dirty="0"/>
              <a:t> </a:t>
            </a:r>
            <a:endParaRPr lang="en-GB" sz="105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70" y="496764"/>
            <a:ext cx="7733285" cy="435465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4622" y="2247714"/>
            <a:ext cx="2763222" cy="1134126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1" dirty="0" err="1">
                <a:solidFill>
                  <a:srgbClr val="FFFF00"/>
                </a:solidFill>
                <a:latin typeface="Gill Sans Ultra Bold" panose="020B0A02020104020203" pitchFamily="34" charset="0"/>
              </a:rPr>
              <a:t>Capaian</a:t>
            </a:r>
            <a:r>
              <a:rPr lang="en-US" sz="1500" b="1" dirty="0">
                <a:solidFill>
                  <a:srgbClr val="FFFF00"/>
                </a:solidFill>
                <a:latin typeface="Gill Sans Ultra Bold" panose="020B0A02020104020203" pitchFamily="34" charset="0"/>
              </a:rPr>
              <a:t> </a:t>
            </a:r>
            <a:r>
              <a:rPr lang="en-US" sz="1500" b="1" dirty="0" err="1">
                <a:solidFill>
                  <a:srgbClr val="FFFF00"/>
                </a:solidFill>
                <a:latin typeface="Gill Sans Ultra Bold" panose="020B0A02020104020203" pitchFamily="34" charset="0"/>
              </a:rPr>
              <a:t>Pembelajaran</a:t>
            </a:r>
            <a:r>
              <a:rPr lang="en-US" sz="1500" b="1" dirty="0">
                <a:solidFill>
                  <a:srgbClr val="FFFF00"/>
                </a:solidFill>
                <a:latin typeface="Gill Sans Ultra Bold" panose="020B0A02020104020203" pitchFamily="34" charset="0"/>
              </a:rPr>
              <a:t> </a:t>
            </a:r>
          </a:p>
          <a:p>
            <a:pPr algn="ctr"/>
            <a:r>
              <a:rPr lang="en-US" sz="1500" b="1" dirty="0">
                <a:solidFill>
                  <a:srgbClr val="FFFF00"/>
                </a:solidFill>
                <a:latin typeface="Gill Sans Ultra Bold" panose="020B0A02020104020203" pitchFamily="34" charset="0"/>
              </a:rPr>
              <a:t>Mata </a:t>
            </a:r>
            <a:r>
              <a:rPr lang="en-US" sz="1500" b="1" dirty="0" err="1">
                <a:solidFill>
                  <a:srgbClr val="FFFF00"/>
                </a:solidFill>
                <a:latin typeface="Gill Sans Ultra Bold" panose="020B0A02020104020203" pitchFamily="34" charset="0"/>
              </a:rPr>
              <a:t>Kuliah</a:t>
            </a:r>
            <a:r>
              <a:rPr lang="en-US" sz="1500" b="1" dirty="0">
                <a:solidFill>
                  <a:srgbClr val="FFFF00"/>
                </a:solidFill>
                <a:latin typeface="Gill Sans Ultra Bold" panose="020B0A02020104020203" pitchFamily="34" charset="0"/>
              </a:rPr>
              <a:t> (CPMK)</a:t>
            </a:r>
          </a:p>
        </p:txBody>
      </p:sp>
      <p:sp>
        <p:nvSpPr>
          <p:cNvPr id="10" name="Horizontal Scroll 9"/>
          <p:cNvSpPr/>
          <p:nvPr/>
        </p:nvSpPr>
        <p:spPr>
          <a:xfrm>
            <a:off x="3869922" y="403861"/>
            <a:ext cx="4983756" cy="4096703"/>
          </a:xfrm>
          <a:prstGeom prst="horizontalScroll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 err="1" smtClean="0">
                <a:solidFill>
                  <a:srgbClr val="FFFF00"/>
                </a:solidFill>
                <a:latin typeface="Arial Black" panose="020B0A04020102020204" pitchFamily="34" charset="0"/>
              </a:rPr>
              <a:t>Mahasiswa</a:t>
            </a:r>
            <a:r>
              <a:rPr lang="en-US" sz="2000" b="1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 </a:t>
            </a:r>
            <a:r>
              <a:rPr lang="en-US" sz="2000" b="1" dirty="0" err="1" smtClean="0">
                <a:solidFill>
                  <a:srgbClr val="FFFF00"/>
                </a:solidFill>
                <a:latin typeface="Arial Black" panose="020B0A04020102020204" pitchFamily="34" charset="0"/>
              </a:rPr>
              <a:t>Mampu</a:t>
            </a:r>
            <a:r>
              <a:rPr lang="en-US" sz="2000" b="1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Arial Black" panose="020B0A04020102020204" pitchFamily="34" charset="0"/>
              </a:rPr>
              <a:t>memahami</a:t>
            </a:r>
            <a:r>
              <a:rPr lang="en-US" sz="2000" b="1" dirty="0">
                <a:solidFill>
                  <a:srgbClr val="FFFF00"/>
                </a:solidFill>
                <a:latin typeface="Arial Black" panose="020B0A04020102020204" pitchFamily="34" charset="0"/>
              </a:rPr>
              <a:t> </a:t>
            </a:r>
            <a:r>
              <a:rPr lang="en-US" sz="2000" b="1" dirty="0" err="1" smtClean="0">
                <a:solidFill>
                  <a:srgbClr val="FFFF00"/>
                </a:solidFill>
                <a:latin typeface="Arial Black" panose="020B0A04020102020204" pitchFamily="34" charset="0"/>
              </a:rPr>
              <a:t>Pengujian</a:t>
            </a:r>
            <a:r>
              <a:rPr lang="en-US" sz="2000" b="1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 </a:t>
            </a:r>
            <a:r>
              <a:rPr lang="en-US" sz="2000" b="1" dirty="0" err="1" smtClean="0">
                <a:solidFill>
                  <a:srgbClr val="FFFF00"/>
                </a:solidFill>
                <a:latin typeface="Arial Black" panose="020B0A04020102020204" pitchFamily="34" charset="0"/>
              </a:rPr>
              <a:t>Uji</a:t>
            </a:r>
            <a:r>
              <a:rPr lang="en-US" sz="2000" b="1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 </a:t>
            </a:r>
            <a:r>
              <a:rPr lang="en-US" sz="2000" b="1" dirty="0">
                <a:solidFill>
                  <a:srgbClr val="FFFF00"/>
                </a:solidFill>
                <a:latin typeface="Arial Black" panose="020B0A04020102020204" pitchFamily="34" charset="0"/>
              </a:rPr>
              <a:t>T </a:t>
            </a:r>
            <a:r>
              <a:rPr lang="en-US" sz="2000" b="1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– Test</a:t>
            </a:r>
          </a:p>
          <a:p>
            <a:endParaRPr lang="en-US" sz="2000" b="1" dirty="0" smtClean="0">
              <a:solidFill>
                <a:srgbClr val="FFFF00"/>
              </a:solidFill>
              <a:latin typeface="Arial Black" panose="020B0A04020102020204" pitchFamily="34" charset="0"/>
            </a:endParaRPr>
          </a:p>
          <a:p>
            <a:endParaRPr lang="en-US" sz="15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s-ES" sz="1500" b="1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  </a:t>
            </a:r>
            <a:endParaRPr lang="en-US" sz="1050" dirty="0">
              <a:solidFill>
                <a:schemeClr val="tx1"/>
              </a:solidFill>
            </a:endParaRPr>
          </a:p>
        </p:txBody>
      </p:sp>
      <p:pic>
        <p:nvPicPr>
          <p:cNvPr id="6" name="Picture 1" descr="C:\Users\Fak Ekonomi\Desktop\LOGO FE 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3856" y="2"/>
            <a:ext cx="830144" cy="774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5131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3" name="Google Shape;2503;p40"/>
          <p:cNvGrpSpPr/>
          <p:nvPr/>
        </p:nvGrpSpPr>
        <p:grpSpPr>
          <a:xfrm>
            <a:off x="1025026" y="529926"/>
            <a:ext cx="7093949" cy="3006134"/>
            <a:chOff x="1031247" y="529926"/>
            <a:chExt cx="7093949" cy="3006134"/>
          </a:xfrm>
        </p:grpSpPr>
        <p:grpSp>
          <p:nvGrpSpPr>
            <p:cNvPr id="2504" name="Google Shape;2504;p40"/>
            <p:cNvGrpSpPr/>
            <p:nvPr/>
          </p:nvGrpSpPr>
          <p:grpSpPr>
            <a:xfrm>
              <a:off x="1031247" y="529926"/>
              <a:ext cx="7093949" cy="3006134"/>
              <a:chOff x="512550" y="529925"/>
              <a:chExt cx="8130600" cy="4187400"/>
            </a:xfrm>
          </p:grpSpPr>
          <p:grpSp>
            <p:nvGrpSpPr>
              <p:cNvPr id="2505" name="Google Shape;2505;p40"/>
              <p:cNvGrpSpPr/>
              <p:nvPr/>
            </p:nvGrpSpPr>
            <p:grpSpPr>
              <a:xfrm>
                <a:off x="512550" y="529925"/>
                <a:ext cx="8130600" cy="4187400"/>
                <a:chOff x="512550" y="529925"/>
                <a:chExt cx="8130600" cy="4187400"/>
              </a:xfrm>
            </p:grpSpPr>
            <p:sp>
              <p:nvSpPr>
                <p:cNvPr id="2506" name="Google Shape;2506;p40"/>
                <p:cNvSpPr/>
                <p:nvPr/>
              </p:nvSpPr>
              <p:spPr>
                <a:xfrm>
                  <a:off x="512550" y="529925"/>
                  <a:ext cx="8130600" cy="418740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507" name="Google Shape;2507;p40"/>
                <p:cNvCxnSpPr/>
                <p:nvPr/>
              </p:nvCxnSpPr>
              <p:spPr>
                <a:xfrm>
                  <a:off x="524425" y="1029828"/>
                  <a:ext cx="81186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2508" name="Google Shape;2508;p40"/>
              <p:cNvCxnSpPr/>
              <p:nvPr/>
            </p:nvCxnSpPr>
            <p:spPr>
              <a:xfrm>
                <a:off x="524425" y="4522222"/>
                <a:ext cx="81186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509" name="Google Shape;2509;p40"/>
            <p:cNvGrpSpPr/>
            <p:nvPr/>
          </p:nvGrpSpPr>
          <p:grpSpPr>
            <a:xfrm>
              <a:off x="1192427" y="670784"/>
              <a:ext cx="298503" cy="79687"/>
              <a:chOff x="711022" y="726146"/>
              <a:chExt cx="415800" cy="111000"/>
            </a:xfrm>
          </p:grpSpPr>
          <p:sp>
            <p:nvSpPr>
              <p:cNvPr id="2510" name="Google Shape;2510;p40"/>
              <p:cNvSpPr/>
              <p:nvPr/>
            </p:nvSpPr>
            <p:spPr>
              <a:xfrm>
                <a:off x="7110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40"/>
              <p:cNvSpPr/>
              <p:nvPr/>
            </p:nvSpPr>
            <p:spPr>
              <a:xfrm>
                <a:off x="8634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40"/>
              <p:cNvSpPr/>
              <p:nvPr/>
            </p:nvSpPr>
            <p:spPr>
              <a:xfrm>
                <a:off x="10158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13" name="Google Shape;2513;p40"/>
          <p:cNvGrpSpPr/>
          <p:nvPr/>
        </p:nvGrpSpPr>
        <p:grpSpPr>
          <a:xfrm>
            <a:off x="2155992" y="2984699"/>
            <a:ext cx="4832016" cy="1400267"/>
            <a:chOff x="2314596" y="2984699"/>
            <a:chExt cx="4832016" cy="1400267"/>
          </a:xfrm>
        </p:grpSpPr>
        <p:grpSp>
          <p:nvGrpSpPr>
            <p:cNvPr id="2514" name="Google Shape;2514;p40"/>
            <p:cNvGrpSpPr/>
            <p:nvPr/>
          </p:nvGrpSpPr>
          <p:grpSpPr>
            <a:xfrm>
              <a:off x="2314596" y="2984699"/>
              <a:ext cx="4832016" cy="1400267"/>
              <a:chOff x="512550" y="529925"/>
              <a:chExt cx="8130600" cy="4187400"/>
            </a:xfrm>
          </p:grpSpPr>
          <p:grpSp>
            <p:nvGrpSpPr>
              <p:cNvPr id="2515" name="Google Shape;2515;p40"/>
              <p:cNvGrpSpPr/>
              <p:nvPr/>
            </p:nvGrpSpPr>
            <p:grpSpPr>
              <a:xfrm>
                <a:off x="512550" y="529925"/>
                <a:ext cx="8130600" cy="4187400"/>
                <a:chOff x="512550" y="529925"/>
                <a:chExt cx="8130600" cy="4187400"/>
              </a:xfrm>
            </p:grpSpPr>
            <p:sp>
              <p:nvSpPr>
                <p:cNvPr id="2516" name="Google Shape;2516;p40"/>
                <p:cNvSpPr/>
                <p:nvPr/>
              </p:nvSpPr>
              <p:spPr>
                <a:xfrm>
                  <a:off x="512550" y="529925"/>
                  <a:ext cx="8130600" cy="4187400"/>
                </a:xfrm>
                <a:prstGeom prst="rect">
                  <a:avLst/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517" name="Google Shape;2517;p40"/>
                <p:cNvCxnSpPr/>
                <p:nvPr/>
              </p:nvCxnSpPr>
              <p:spPr>
                <a:xfrm>
                  <a:off x="524425" y="1029828"/>
                  <a:ext cx="81186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2518" name="Google Shape;2518;p40"/>
              <p:cNvCxnSpPr/>
              <p:nvPr/>
            </p:nvCxnSpPr>
            <p:spPr>
              <a:xfrm>
                <a:off x="524425" y="4522222"/>
                <a:ext cx="81186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519" name="Google Shape;2519;p40"/>
            <p:cNvGrpSpPr/>
            <p:nvPr/>
          </p:nvGrpSpPr>
          <p:grpSpPr>
            <a:xfrm>
              <a:off x="2395945" y="3044395"/>
              <a:ext cx="173721" cy="47930"/>
              <a:chOff x="711022" y="726146"/>
              <a:chExt cx="415800" cy="111000"/>
            </a:xfrm>
          </p:grpSpPr>
          <p:sp>
            <p:nvSpPr>
              <p:cNvPr id="2520" name="Google Shape;2520;p40"/>
              <p:cNvSpPr/>
              <p:nvPr/>
            </p:nvSpPr>
            <p:spPr>
              <a:xfrm>
                <a:off x="7110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40"/>
              <p:cNvSpPr/>
              <p:nvPr/>
            </p:nvSpPr>
            <p:spPr>
              <a:xfrm>
                <a:off x="8634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40"/>
              <p:cNvSpPr/>
              <p:nvPr/>
            </p:nvSpPr>
            <p:spPr>
              <a:xfrm>
                <a:off x="10158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523" name="Google Shape;2523;p40"/>
          <p:cNvSpPr txBox="1">
            <a:spLocks noGrp="1"/>
          </p:cNvSpPr>
          <p:nvPr>
            <p:ph type="title"/>
          </p:nvPr>
        </p:nvSpPr>
        <p:spPr>
          <a:xfrm>
            <a:off x="1458978" y="1132935"/>
            <a:ext cx="6226044" cy="168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Uji T – Test ialah uji statistik yang digunakan untuk menguji kebenaran atau hipotesis nol</a:t>
            </a:r>
            <a:endParaRPr sz="2800" dirty="0"/>
          </a:p>
        </p:txBody>
      </p:sp>
      <p:sp>
        <p:nvSpPr>
          <p:cNvPr id="2524" name="Google Shape;2524;p40"/>
          <p:cNvSpPr txBox="1">
            <a:spLocks noGrp="1"/>
          </p:cNvSpPr>
          <p:nvPr>
            <p:ph type="subTitle" idx="1"/>
          </p:nvPr>
        </p:nvSpPr>
        <p:spPr>
          <a:xfrm>
            <a:off x="2585250" y="3284338"/>
            <a:ext cx="39735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Pengertian Uji T - Test</a:t>
            </a:r>
            <a:endParaRPr sz="2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7" name="Google Shape;2587;p43"/>
          <p:cNvGrpSpPr/>
          <p:nvPr/>
        </p:nvGrpSpPr>
        <p:grpSpPr>
          <a:xfrm>
            <a:off x="1198018" y="355990"/>
            <a:ext cx="2457126" cy="2081961"/>
            <a:chOff x="-52968" y="561825"/>
            <a:chExt cx="3179100" cy="2693700"/>
          </a:xfrm>
        </p:grpSpPr>
        <p:sp>
          <p:nvSpPr>
            <p:cNvPr id="2588" name="Google Shape;2588;p43"/>
            <p:cNvSpPr/>
            <p:nvPr/>
          </p:nvSpPr>
          <p:spPr>
            <a:xfrm>
              <a:off x="-52968" y="561825"/>
              <a:ext cx="3179100" cy="26937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589" name="Google Shape;2589;p43"/>
            <p:cNvCxnSpPr/>
            <p:nvPr/>
          </p:nvCxnSpPr>
          <p:spPr>
            <a:xfrm>
              <a:off x="-48325" y="2977669"/>
              <a:ext cx="3174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90" name="Google Shape;2590;p43"/>
            <p:cNvCxnSpPr/>
            <p:nvPr/>
          </p:nvCxnSpPr>
          <p:spPr>
            <a:xfrm>
              <a:off x="-48325" y="883412"/>
              <a:ext cx="3174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591" name="Google Shape;2591;p43"/>
            <p:cNvGrpSpPr/>
            <p:nvPr/>
          </p:nvGrpSpPr>
          <p:grpSpPr>
            <a:xfrm>
              <a:off x="25222" y="659562"/>
              <a:ext cx="415800" cy="111000"/>
              <a:chOff x="711022" y="735762"/>
              <a:chExt cx="415800" cy="111000"/>
            </a:xfrm>
          </p:grpSpPr>
          <p:sp>
            <p:nvSpPr>
              <p:cNvPr id="2592" name="Google Shape;2592;p43"/>
              <p:cNvSpPr/>
              <p:nvPr/>
            </p:nvSpPr>
            <p:spPr>
              <a:xfrm>
                <a:off x="711022" y="735762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Google Shape;2593;p43"/>
              <p:cNvSpPr/>
              <p:nvPr/>
            </p:nvSpPr>
            <p:spPr>
              <a:xfrm>
                <a:off x="863422" y="735762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Google Shape;2594;p43"/>
              <p:cNvSpPr/>
              <p:nvPr/>
            </p:nvSpPr>
            <p:spPr>
              <a:xfrm>
                <a:off x="1015822" y="735762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595" name="Google Shape;2595;p43"/>
          <p:cNvSpPr txBox="1">
            <a:spLocks noGrp="1"/>
          </p:cNvSpPr>
          <p:nvPr>
            <p:ph type="title" idx="2"/>
          </p:nvPr>
        </p:nvSpPr>
        <p:spPr>
          <a:xfrm>
            <a:off x="1037582" y="540575"/>
            <a:ext cx="2778000" cy="17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</a:t>
            </a:r>
            <a:endParaRPr dirty="0"/>
          </a:p>
        </p:txBody>
      </p:sp>
      <p:grpSp>
        <p:nvGrpSpPr>
          <p:cNvPr id="2598" name="Google Shape;2598;p43"/>
          <p:cNvGrpSpPr/>
          <p:nvPr/>
        </p:nvGrpSpPr>
        <p:grpSpPr>
          <a:xfrm>
            <a:off x="3094729" y="2008341"/>
            <a:ext cx="4955601" cy="2590326"/>
            <a:chOff x="3094675" y="2008341"/>
            <a:chExt cx="4955601" cy="2590326"/>
          </a:xfrm>
        </p:grpSpPr>
        <p:grpSp>
          <p:nvGrpSpPr>
            <p:cNvPr id="2599" name="Google Shape;2599;p43"/>
            <p:cNvGrpSpPr/>
            <p:nvPr/>
          </p:nvGrpSpPr>
          <p:grpSpPr>
            <a:xfrm>
              <a:off x="3094675" y="2008341"/>
              <a:ext cx="4955601" cy="2590326"/>
              <a:chOff x="512550" y="529925"/>
              <a:chExt cx="8130600" cy="4187400"/>
            </a:xfrm>
          </p:grpSpPr>
          <p:grpSp>
            <p:nvGrpSpPr>
              <p:cNvPr id="2600" name="Google Shape;2600;p43"/>
              <p:cNvGrpSpPr/>
              <p:nvPr/>
            </p:nvGrpSpPr>
            <p:grpSpPr>
              <a:xfrm>
                <a:off x="512550" y="529925"/>
                <a:ext cx="8130600" cy="4187400"/>
                <a:chOff x="512550" y="529925"/>
                <a:chExt cx="8130600" cy="4187400"/>
              </a:xfrm>
            </p:grpSpPr>
            <p:sp>
              <p:nvSpPr>
                <p:cNvPr id="2601" name="Google Shape;2601;p43"/>
                <p:cNvSpPr/>
                <p:nvPr/>
              </p:nvSpPr>
              <p:spPr>
                <a:xfrm>
                  <a:off x="512550" y="529925"/>
                  <a:ext cx="8130600" cy="4187400"/>
                </a:xfrm>
                <a:prstGeom prst="rect">
                  <a:avLst/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602" name="Google Shape;2602;p43"/>
                <p:cNvCxnSpPr/>
                <p:nvPr/>
              </p:nvCxnSpPr>
              <p:spPr>
                <a:xfrm>
                  <a:off x="524425" y="1029828"/>
                  <a:ext cx="81186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2603" name="Google Shape;2603;p43"/>
              <p:cNvCxnSpPr/>
              <p:nvPr/>
            </p:nvCxnSpPr>
            <p:spPr>
              <a:xfrm>
                <a:off x="524425" y="4522222"/>
                <a:ext cx="81186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04" name="Google Shape;2604;p43"/>
            <p:cNvGrpSpPr/>
            <p:nvPr/>
          </p:nvGrpSpPr>
          <p:grpSpPr>
            <a:xfrm>
              <a:off x="3247080" y="2104712"/>
              <a:ext cx="415800" cy="111000"/>
              <a:chOff x="3676097" y="2379494"/>
              <a:chExt cx="415800" cy="111000"/>
            </a:xfrm>
          </p:grpSpPr>
          <p:sp>
            <p:nvSpPr>
              <p:cNvPr id="2605" name="Google Shape;2605;p43"/>
              <p:cNvSpPr/>
              <p:nvPr/>
            </p:nvSpPr>
            <p:spPr>
              <a:xfrm>
                <a:off x="3676097" y="2379494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Google Shape;2606;p43"/>
              <p:cNvSpPr/>
              <p:nvPr/>
            </p:nvSpPr>
            <p:spPr>
              <a:xfrm>
                <a:off x="3828497" y="2379494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Google Shape;2607;p43"/>
              <p:cNvSpPr/>
              <p:nvPr/>
            </p:nvSpPr>
            <p:spPr>
              <a:xfrm>
                <a:off x="3980897" y="2379494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08" name="Google Shape;2608;p43"/>
          <p:cNvSpPr txBox="1">
            <a:spLocks noGrp="1"/>
          </p:cNvSpPr>
          <p:nvPr>
            <p:ph type="title"/>
          </p:nvPr>
        </p:nvSpPr>
        <p:spPr>
          <a:xfrm>
            <a:off x="3094679" y="2492704"/>
            <a:ext cx="4955700" cy="104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Uji T – Test Satu Sampel</a:t>
            </a:r>
            <a:endParaRPr sz="3200" dirty="0"/>
          </a:p>
        </p:txBody>
      </p:sp>
      <p:sp>
        <p:nvSpPr>
          <p:cNvPr id="2609" name="Google Shape;2609;p43"/>
          <p:cNvSpPr txBox="1">
            <a:spLocks noGrp="1"/>
          </p:cNvSpPr>
          <p:nvPr>
            <p:ph type="subTitle" idx="1"/>
          </p:nvPr>
        </p:nvSpPr>
        <p:spPr>
          <a:xfrm>
            <a:off x="4015154" y="3541504"/>
            <a:ext cx="3114750" cy="7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/>
              <a:t>(One sample t – test)</a:t>
            </a:r>
            <a:endParaRPr sz="2400" dirty="0"/>
          </a:p>
        </p:txBody>
      </p:sp>
      <p:grpSp>
        <p:nvGrpSpPr>
          <p:cNvPr id="2610" name="Google Shape;2610;p43"/>
          <p:cNvGrpSpPr/>
          <p:nvPr/>
        </p:nvGrpSpPr>
        <p:grpSpPr>
          <a:xfrm>
            <a:off x="8090276" y="611286"/>
            <a:ext cx="343759" cy="339271"/>
            <a:chOff x="6232000" y="1435050"/>
            <a:chExt cx="488225" cy="481850"/>
          </a:xfrm>
        </p:grpSpPr>
        <p:sp>
          <p:nvSpPr>
            <p:cNvPr id="2611" name="Google Shape;2611;p43"/>
            <p:cNvSpPr/>
            <p:nvPr/>
          </p:nvSpPr>
          <p:spPr>
            <a:xfrm>
              <a:off x="6578000" y="1463375"/>
              <a:ext cx="83150" cy="78250"/>
            </a:xfrm>
            <a:custGeom>
              <a:avLst/>
              <a:gdLst/>
              <a:ahLst/>
              <a:cxnLst/>
              <a:rect l="l" t="t" r="r" b="b"/>
              <a:pathLst>
                <a:path w="3326" h="3130" extrusionOk="0">
                  <a:moveTo>
                    <a:pt x="482" y="1"/>
                  </a:moveTo>
                  <a:cubicBezTo>
                    <a:pt x="280" y="1"/>
                    <a:pt x="95" y="114"/>
                    <a:pt x="1" y="293"/>
                  </a:cubicBezTo>
                  <a:lnTo>
                    <a:pt x="3322" y="3130"/>
                  </a:lnTo>
                  <a:lnTo>
                    <a:pt x="3322" y="564"/>
                  </a:lnTo>
                  <a:cubicBezTo>
                    <a:pt x="3325" y="253"/>
                    <a:pt x="3072" y="1"/>
                    <a:pt x="2761" y="1"/>
                  </a:cubicBezTo>
                  <a:cubicBezTo>
                    <a:pt x="2760" y="1"/>
                    <a:pt x="2758" y="1"/>
                    <a:pt x="2756" y="1"/>
                  </a:cubicBezTo>
                  <a:lnTo>
                    <a:pt x="497" y="1"/>
                  </a:lnTo>
                  <a:cubicBezTo>
                    <a:pt x="492" y="1"/>
                    <a:pt x="487" y="1"/>
                    <a:pt x="4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12" name="Google Shape;2612;p43"/>
            <p:cNvSpPr/>
            <p:nvPr/>
          </p:nvSpPr>
          <p:spPr>
            <a:xfrm>
              <a:off x="6421725" y="1773850"/>
              <a:ext cx="112950" cy="143050"/>
            </a:xfrm>
            <a:custGeom>
              <a:avLst/>
              <a:gdLst/>
              <a:ahLst/>
              <a:cxnLst/>
              <a:rect l="l" t="t" r="r" b="b"/>
              <a:pathLst>
                <a:path w="4518" h="5722" extrusionOk="0">
                  <a:moveTo>
                    <a:pt x="2822" y="1130"/>
                  </a:moveTo>
                  <a:cubicBezTo>
                    <a:pt x="3325" y="1130"/>
                    <a:pt x="3578" y="1738"/>
                    <a:pt x="3222" y="2093"/>
                  </a:cubicBezTo>
                  <a:cubicBezTo>
                    <a:pt x="3106" y="2209"/>
                    <a:pt x="2964" y="2260"/>
                    <a:pt x="2825" y="2260"/>
                  </a:cubicBezTo>
                  <a:cubicBezTo>
                    <a:pt x="2535" y="2260"/>
                    <a:pt x="2259" y="2036"/>
                    <a:pt x="2259" y="1696"/>
                  </a:cubicBezTo>
                  <a:cubicBezTo>
                    <a:pt x="2259" y="1383"/>
                    <a:pt x="2509" y="1130"/>
                    <a:pt x="2822" y="1130"/>
                  </a:cubicBezTo>
                  <a:close/>
                  <a:moveTo>
                    <a:pt x="0" y="1"/>
                  </a:moveTo>
                  <a:lnTo>
                    <a:pt x="0" y="5722"/>
                  </a:lnTo>
                  <a:lnTo>
                    <a:pt x="4517" y="5722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13" name="Google Shape;2613;p43"/>
            <p:cNvSpPr/>
            <p:nvPr/>
          </p:nvSpPr>
          <p:spPr>
            <a:xfrm>
              <a:off x="6448975" y="1632700"/>
              <a:ext cx="56475" cy="56475"/>
            </a:xfrm>
            <a:custGeom>
              <a:avLst/>
              <a:gdLst/>
              <a:ahLst/>
              <a:cxnLst/>
              <a:rect l="l" t="t" r="r" b="b"/>
              <a:pathLst>
                <a:path w="2259" h="2259" extrusionOk="0">
                  <a:moveTo>
                    <a:pt x="0" y="0"/>
                  </a:moveTo>
                  <a:lnTo>
                    <a:pt x="0" y="2259"/>
                  </a:lnTo>
                  <a:lnTo>
                    <a:pt x="2259" y="2259"/>
                  </a:lnTo>
                  <a:lnTo>
                    <a:pt x="22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14" name="Google Shape;2614;p43"/>
            <p:cNvSpPr/>
            <p:nvPr/>
          </p:nvSpPr>
          <p:spPr>
            <a:xfrm>
              <a:off x="6232000" y="1435050"/>
              <a:ext cx="488225" cy="237825"/>
            </a:xfrm>
            <a:custGeom>
              <a:avLst/>
              <a:gdLst/>
              <a:ahLst/>
              <a:cxnLst/>
              <a:rect l="l" t="t" r="r" b="b"/>
              <a:pathLst>
                <a:path w="19529" h="9513" extrusionOk="0">
                  <a:moveTo>
                    <a:pt x="9821" y="0"/>
                  </a:moveTo>
                  <a:cubicBezTo>
                    <a:pt x="9559" y="0"/>
                    <a:pt x="9297" y="92"/>
                    <a:pt x="9086" y="276"/>
                  </a:cubicBezTo>
                  <a:lnTo>
                    <a:pt x="531" y="7521"/>
                  </a:lnTo>
                  <a:cubicBezTo>
                    <a:pt x="61" y="7921"/>
                    <a:pt x="1" y="8626"/>
                    <a:pt x="395" y="9099"/>
                  </a:cubicBezTo>
                  <a:cubicBezTo>
                    <a:pt x="620" y="9369"/>
                    <a:pt x="942" y="9508"/>
                    <a:pt x="1266" y="9508"/>
                  </a:cubicBezTo>
                  <a:cubicBezTo>
                    <a:pt x="1525" y="9508"/>
                    <a:pt x="1785" y="9419"/>
                    <a:pt x="1997" y="9237"/>
                  </a:cubicBezTo>
                  <a:lnTo>
                    <a:pt x="9821" y="2622"/>
                  </a:lnTo>
                  <a:lnTo>
                    <a:pt x="17544" y="9240"/>
                  </a:lnTo>
                  <a:cubicBezTo>
                    <a:pt x="17759" y="9425"/>
                    <a:pt x="18019" y="9513"/>
                    <a:pt x="18278" y="9513"/>
                  </a:cubicBezTo>
                  <a:cubicBezTo>
                    <a:pt x="18661" y="9513"/>
                    <a:pt x="19039" y="9318"/>
                    <a:pt x="19252" y="8954"/>
                  </a:cubicBezTo>
                  <a:cubicBezTo>
                    <a:pt x="19529" y="8482"/>
                    <a:pt x="19430" y="7879"/>
                    <a:pt x="19014" y="7524"/>
                  </a:cubicBezTo>
                  <a:lnTo>
                    <a:pt x="10555" y="276"/>
                  </a:lnTo>
                  <a:cubicBezTo>
                    <a:pt x="10345" y="92"/>
                    <a:pt x="10083" y="0"/>
                    <a:pt x="98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15" name="Google Shape;2615;p43"/>
            <p:cNvSpPr/>
            <p:nvPr/>
          </p:nvSpPr>
          <p:spPr>
            <a:xfrm>
              <a:off x="6291025" y="1537700"/>
              <a:ext cx="369800" cy="379200"/>
            </a:xfrm>
            <a:custGeom>
              <a:avLst/>
              <a:gdLst/>
              <a:ahLst/>
              <a:cxnLst/>
              <a:rect l="l" t="t" r="r" b="b"/>
              <a:pathLst>
                <a:path w="14792" h="15168" extrusionOk="0">
                  <a:moveTo>
                    <a:pt x="9143" y="2671"/>
                  </a:moveTo>
                  <a:cubicBezTo>
                    <a:pt x="9453" y="2671"/>
                    <a:pt x="9706" y="2924"/>
                    <a:pt x="9706" y="3237"/>
                  </a:cubicBezTo>
                  <a:lnTo>
                    <a:pt x="9706" y="6625"/>
                  </a:lnTo>
                  <a:cubicBezTo>
                    <a:pt x="9706" y="6935"/>
                    <a:pt x="9453" y="7188"/>
                    <a:pt x="9143" y="7188"/>
                  </a:cubicBezTo>
                  <a:lnTo>
                    <a:pt x="5755" y="7188"/>
                  </a:lnTo>
                  <a:cubicBezTo>
                    <a:pt x="5442" y="7188"/>
                    <a:pt x="5189" y="6935"/>
                    <a:pt x="5189" y="6625"/>
                  </a:cubicBezTo>
                  <a:lnTo>
                    <a:pt x="5189" y="3237"/>
                  </a:lnTo>
                  <a:cubicBezTo>
                    <a:pt x="5189" y="2924"/>
                    <a:pt x="5442" y="2671"/>
                    <a:pt x="5755" y="2671"/>
                  </a:cubicBezTo>
                  <a:close/>
                  <a:moveTo>
                    <a:pt x="7448" y="0"/>
                  </a:moveTo>
                  <a:lnTo>
                    <a:pt x="4" y="6291"/>
                  </a:lnTo>
                  <a:lnTo>
                    <a:pt x="4" y="14605"/>
                  </a:lnTo>
                  <a:cubicBezTo>
                    <a:pt x="1" y="14913"/>
                    <a:pt x="254" y="15168"/>
                    <a:pt x="564" y="15168"/>
                  </a:cubicBezTo>
                  <a:cubicBezTo>
                    <a:pt x="566" y="15168"/>
                    <a:pt x="568" y="15168"/>
                    <a:pt x="570" y="15168"/>
                  </a:cubicBezTo>
                  <a:lnTo>
                    <a:pt x="4060" y="15168"/>
                  </a:lnTo>
                  <a:lnTo>
                    <a:pt x="4060" y="8883"/>
                  </a:lnTo>
                  <a:cubicBezTo>
                    <a:pt x="4060" y="8570"/>
                    <a:pt x="4313" y="8317"/>
                    <a:pt x="4626" y="8317"/>
                  </a:cubicBezTo>
                  <a:lnTo>
                    <a:pt x="10272" y="8317"/>
                  </a:lnTo>
                  <a:cubicBezTo>
                    <a:pt x="10582" y="8317"/>
                    <a:pt x="10835" y="8570"/>
                    <a:pt x="10835" y="8883"/>
                  </a:cubicBezTo>
                  <a:lnTo>
                    <a:pt x="10835" y="15168"/>
                  </a:lnTo>
                  <a:lnTo>
                    <a:pt x="14223" y="15168"/>
                  </a:lnTo>
                  <a:cubicBezTo>
                    <a:pt x="14225" y="15168"/>
                    <a:pt x="14227" y="15168"/>
                    <a:pt x="14228" y="15168"/>
                  </a:cubicBezTo>
                  <a:cubicBezTo>
                    <a:pt x="14539" y="15168"/>
                    <a:pt x="14792" y="14913"/>
                    <a:pt x="14789" y="14605"/>
                  </a:cubicBezTo>
                  <a:lnTo>
                    <a:pt x="14789" y="6291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616" name="Google Shape;2616;p43">
            <a:hlinkClick r:id="rId3" action="ppaction://hlinksldjump"/>
          </p:cNvPr>
          <p:cNvSpPr/>
          <p:nvPr/>
        </p:nvSpPr>
        <p:spPr>
          <a:xfrm>
            <a:off x="8016900" y="576463"/>
            <a:ext cx="490500" cy="4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1" name="Google Shape;2671;p45"/>
          <p:cNvSpPr txBox="1">
            <a:spLocks noGrp="1"/>
          </p:cNvSpPr>
          <p:nvPr>
            <p:ph type="title"/>
          </p:nvPr>
        </p:nvSpPr>
        <p:spPr>
          <a:xfrm>
            <a:off x="1758850" y="529657"/>
            <a:ext cx="5626200" cy="57665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DASAR TEORI</a:t>
            </a:r>
            <a:endParaRPr sz="3000" dirty="0"/>
          </a:p>
        </p:txBody>
      </p:sp>
      <p:sp>
        <p:nvSpPr>
          <p:cNvPr id="2673" name="Google Shape;2673;p45"/>
          <p:cNvSpPr/>
          <p:nvPr/>
        </p:nvSpPr>
        <p:spPr>
          <a:xfrm>
            <a:off x="709975" y="3829375"/>
            <a:ext cx="784200" cy="7842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4" name="Google Shape;2674;p45"/>
          <p:cNvSpPr txBox="1">
            <a:spLocks noGrp="1"/>
          </p:cNvSpPr>
          <p:nvPr>
            <p:ph type="ctrTitle" idx="4294967295"/>
          </p:nvPr>
        </p:nvSpPr>
        <p:spPr>
          <a:xfrm>
            <a:off x="709975" y="3987787"/>
            <a:ext cx="784200" cy="46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latin typeface="Lato"/>
                <a:ea typeface="Lato"/>
                <a:cs typeface="Lato"/>
                <a:sym typeface="Lato"/>
              </a:rPr>
              <a:t>01</a:t>
            </a:r>
            <a:endParaRPr sz="40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675" name="Google Shape;2675;p45"/>
          <p:cNvGrpSpPr/>
          <p:nvPr/>
        </p:nvGrpSpPr>
        <p:grpSpPr>
          <a:xfrm>
            <a:off x="8090276" y="611286"/>
            <a:ext cx="343759" cy="339271"/>
            <a:chOff x="6232000" y="1435050"/>
            <a:chExt cx="488225" cy="481850"/>
          </a:xfrm>
        </p:grpSpPr>
        <p:sp>
          <p:nvSpPr>
            <p:cNvPr id="2676" name="Google Shape;2676;p45"/>
            <p:cNvSpPr/>
            <p:nvPr/>
          </p:nvSpPr>
          <p:spPr>
            <a:xfrm>
              <a:off x="6578000" y="1463375"/>
              <a:ext cx="83150" cy="78250"/>
            </a:xfrm>
            <a:custGeom>
              <a:avLst/>
              <a:gdLst/>
              <a:ahLst/>
              <a:cxnLst/>
              <a:rect l="l" t="t" r="r" b="b"/>
              <a:pathLst>
                <a:path w="3326" h="3130" extrusionOk="0">
                  <a:moveTo>
                    <a:pt x="482" y="1"/>
                  </a:moveTo>
                  <a:cubicBezTo>
                    <a:pt x="280" y="1"/>
                    <a:pt x="95" y="114"/>
                    <a:pt x="1" y="293"/>
                  </a:cubicBezTo>
                  <a:lnTo>
                    <a:pt x="3322" y="3130"/>
                  </a:lnTo>
                  <a:lnTo>
                    <a:pt x="3322" y="564"/>
                  </a:lnTo>
                  <a:cubicBezTo>
                    <a:pt x="3325" y="253"/>
                    <a:pt x="3072" y="1"/>
                    <a:pt x="2761" y="1"/>
                  </a:cubicBezTo>
                  <a:cubicBezTo>
                    <a:pt x="2760" y="1"/>
                    <a:pt x="2758" y="1"/>
                    <a:pt x="2756" y="1"/>
                  </a:cubicBezTo>
                  <a:lnTo>
                    <a:pt x="497" y="1"/>
                  </a:lnTo>
                  <a:cubicBezTo>
                    <a:pt x="492" y="1"/>
                    <a:pt x="487" y="1"/>
                    <a:pt x="4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77" name="Google Shape;2677;p45"/>
            <p:cNvSpPr/>
            <p:nvPr/>
          </p:nvSpPr>
          <p:spPr>
            <a:xfrm>
              <a:off x="6421725" y="1773850"/>
              <a:ext cx="112950" cy="143050"/>
            </a:xfrm>
            <a:custGeom>
              <a:avLst/>
              <a:gdLst/>
              <a:ahLst/>
              <a:cxnLst/>
              <a:rect l="l" t="t" r="r" b="b"/>
              <a:pathLst>
                <a:path w="4518" h="5722" extrusionOk="0">
                  <a:moveTo>
                    <a:pt x="2822" y="1130"/>
                  </a:moveTo>
                  <a:cubicBezTo>
                    <a:pt x="3325" y="1130"/>
                    <a:pt x="3578" y="1738"/>
                    <a:pt x="3222" y="2093"/>
                  </a:cubicBezTo>
                  <a:cubicBezTo>
                    <a:pt x="3106" y="2209"/>
                    <a:pt x="2964" y="2260"/>
                    <a:pt x="2825" y="2260"/>
                  </a:cubicBezTo>
                  <a:cubicBezTo>
                    <a:pt x="2535" y="2260"/>
                    <a:pt x="2259" y="2036"/>
                    <a:pt x="2259" y="1696"/>
                  </a:cubicBezTo>
                  <a:cubicBezTo>
                    <a:pt x="2259" y="1383"/>
                    <a:pt x="2509" y="1130"/>
                    <a:pt x="2822" y="1130"/>
                  </a:cubicBezTo>
                  <a:close/>
                  <a:moveTo>
                    <a:pt x="0" y="1"/>
                  </a:moveTo>
                  <a:lnTo>
                    <a:pt x="0" y="5722"/>
                  </a:lnTo>
                  <a:lnTo>
                    <a:pt x="4517" y="5722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78" name="Google Shape;2678;p45"/>
            <p:cNvSpPr/>
            <p:nvPr/>
          </p:nvSpPr>
          <p:spPr>
            <a:xfrm>
              <a:off x="6448975" y="1632700"/>
              <a:ext cx="56475" cy="56475"/>
            </a:xfrm>
            <a:custGeom>
              <a:avLst/>
              <a:gdLst/>
              <a:ahLst/>
              <a:cxnLst/>
              <a:rect l="l" t="t" r="r" b="b"/>
              <a:pathLst>
                <a:path w="2259" h="2259" extrusionOk="0">
                  <a:moveTo>
                    <a:pt x="0" y="0"/>
                  </a:moveTo>
                  <a:lnTo>
                    <a:pt x="0" y="2259"/>
                  </a:lnTo>
                  <a:lnTo>
                    <a:pt x="2259" y="2259"/>
                  </a:lnTo>
                  <a:lnTo>
                    <a:pt x="22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79" name="Google Shape;2679;p45"/>
            <p:cNvSpPr/>
            <p:nvPr/>
          </p:nvSpPr>
          <p:spPr>
            <a:xfrm>
              <a:off x="6232000" y="1435050"/>
              <a:ext cx="488225" cy="237825"/>
            </a:xfrm>
            <a:custGeom>
              <a:avLst/>
              <a:gdLst/>
              <a:ahLst/>
              <a:cxnLst/>
              <a:rect l="l" t="t" r="r" b="b"/>
              <a:pathLst>
                <a:path w="19529" h="9513" extrusionOk="0">
                  <a:moveTo>
                    <a:pt x="9821" y="0"/>
                  </a:moveTo>
                  <a:cubicBezTo>
                    <a:pt x="9559" y="0"/>
                    <a:pt x="9297" y="92"/>
                    <a:pt x="9086" y="276"/>
                  </a:cubicBezTo>
                  <a:lnTo>
                    <a:pt x="531" y="7521"/>
                  </a:lnTo>
                  <a:cubicBezTo>
                    <a:pt x="61" y="7921"/>
                    <a:pt x="1" y="8626"/>
                    <a:pt x="395" y="9099"/>
                  </a:cubicBezTo>
                  <a:cubicBezTo>
                    <a:pt x="620" y="9369"/>
                    <a:pt x="942" y="9508"/>
                    <a:pt x="1266" y="9508"/>
                  </a:cubicBezTo>
                  <a:cubicBezTo>
                    <a:pt x="1525" y="9508"/>
                    <a:pt x="1785" y="9419"/>
                    <a:pt x="1997" y="9237"/>
                  </a:cubicBezTo>
                  <a:lnTo>
                    <a:pt x="9821" y="2622"/>
                  </a:lnTo>
                  <a:lnTo>
                    <a:pt x="17544" y="9240"/>
                  </a:lnTo>
                  <a:cubicBezTo>
                    <a:pt x="17759" y="9425"/>
                    <a:pt x="18019" y="9513"/>
                    <a:pt x="18278" y="9513"/>
                  </a:cubicBezTo>
                  <a:cubicBezTo>
                    <a:pt x="18661" y="9513"/>
                    <a:pt x="19039" y="9318"/>
                    <a:pt x="19252" y="8954"/>
                  </a:cubicBezTo>
                  <a:cubicBezTo>
                    <a:pt x="19529" y="8482"/>
                    <a:pt x="19430" y="7879"/>
                    <a:pt x="19014" y="7524"/>
                  </a:cubicBezTo>
                  <a:lnTo>
                    <a:pt x="10555" y="276"/>
                  </a:lnTo>
                  <a:cubicBezTo>
                    <a:pt x="10345" y="92"/>
                    <a:pt x="10083" y="0"/>
                    <a:pt x="98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80" name="Google Shape;2680;p45"/>
            <p:cNvSpPr/>
            <p:nvPr/>
          </p:nvSpPr>
          <p:spPr>
            <a:xfrm>
              <a:off x="6291025" y="1537700"/>
              <a:ext cx="369800" cy="379200"/>
            </a:xfrm>
            <a:custGeom>
              <a:avLst/>
              <a:gdLst/>
              <a:ahLst/>
              <a:cxnLst/>
              <a:rect l="l" t="t" r="r" b="b"/>
              <a:pathLst>
                <a:path w="14792" h="15168" extrusionOk="0">
                  <a:moveTo>
                    <a:pt x="9143" y="2671"/>
                  </a:moveTo>
                  <a:cubicBezTo>
                    <a:pt x="9453" y="2671"/>
                    <a:pt x="9706" y="2924"/>
                    <a:pt x="9706" y="3237"/>
                  </a:cubicBezTo>
                  <a:lnTo>
                    <a:pt x="9706" y="6625"/>
                  </a:lnTo>
                  <a:cubicBezTo>
                    <a:pt x="9706" y="6935"/>
                    <a:pt x="9453" y="7188"/>
                    <a:pt x="9143" y="7188"/>
                  </a:cubicBezTo>
                  <a:lnTo>
                    <a:pt x="5755" y="7188"/>
                  </a:lnTo>
                  <a:cubicBezTo>
                    <a:pt x="5442" y="7188"/>
                    <a:pt x="5189" y="6935"/>
                    <a:pt x="5189" y="6625"/>
                  </a:cubicBezTo>
                  <a:lnTo>
                    <a:pt x="5189" y="3237"/>
                  </a:lnTo>
                  <a:cubicBezTo>
                    <a:pt x="5189" y="2924"/>
                    <a:pt x="5442" y="2671"/>
                    <a:pt x="5755" y="2671"/>
                  </a:cubicBezTo>
                  <a:close/>
                  <a:moveTo>
                    <a:pt x="7448" y="0"/>
                  </a:moveTo>
                  <a:lnTo>
                    <a:pt x="4" y="6291"/>
                  </a:lnTo>
                  <a:lnTo>
                    <a:pt x="4" y="14605"/>
                  </a:lnTo>
                  <a:cubicBezTo>
                    <a:pt x="1" y="14913"/>
                    <a:pt x="254" y="15168"/>
                    <a:pt x="564" y="15168"/>
                  </a:cubicBezTo>
                  <a:cubicBezTo>
                    <a:pt x="566" y="15168"/>
                    <a:pt x="568" y="15168"/>
                    <a:pt x="570" y="15168"/>
                  </a:cubicBezTo>
                  <a:lnTo>
                    <a:pt x="4060" y="15168"/>
                  </a:lnTo>
                  <a:lnTo>
                    <a:pt x="4060" y="8883"/>
                  </a:lnTo>
                  <a:cubicBezTo>
                    <a:pt x="4060" y="8570"/>
                    <a:pt x="4313" y="8317"/>
                    <a:pt x="4626" y="8317"/>
                  </a:cubicBezTo>
                  <a:lnTo>
                    <a:pt x="10272" y="8317"/>
                  </a:lnTo>
                  <a:cubicBezTo>
                    <a:pt x="10582" y="8317"/>
                    <a:pt x="10835" y="8570"/>
                    <a:pt x="10835" y="8883"/>
                  </a:cubicBezTo>
                  <a:lnTo>
                    <a:pt x="10835" y="15168"/>
                  </a:lnTo>
                  <a:lnTo>
                    <a:pt x="14223" y="15168"/>
                  </a:lnTo>
                  <a:cubicBezTo>
                    <a:pt x="14225" y="15168"/>
                    <a:pt x="14227" y="15168"/>
                    <a:pt x="14228" y="15168"/>
                  </a:cubicBezTo>
                  <a:cubicBezTo>
                    <a:pt x="14539" y="15168"/>
                    <a:pt x="14792" y="14913"/>
                    <a:pt x="14789" y="14605"/>
                  </a:cubicBezTo>
                  <a:lnTo>
                    <a:pt x="14789" y="6291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681" name="Google Shape;2681;p45">
            <a:hlinkClick r:id="rId3" action="ppaction://hlinksldjump"/>
          </p:cNvPr>
          <p:cNvSpPr/>
          <p:nvPr/>
        </p:nvSpPr>
        <p:spPr>
          <a:xfrm>
            <a:off x="8016900" y="576463"/>
            <a:ext cx="490500" cy="4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272BF5E-21AE-5F05-A9C6-EDA351009E68}"/>
                  </a:ext>
                </a:extLst>
              </p:cNvPr>
              <p:cNvSpPr txBox="1"/>
              <p:nvPr/>
            </p:nvSpPr>
            <p:spPr>
              <a:xfrm>
                <a:off x="1311672" y="1184758"/>
                <a:ext cx="6520556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Tujuan uji rata-rata </a:t>
                </a:r>
                <a:r>
                  <a:rPr lang="en-US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satu</a:t>
                </a:r>
                <a:r>
                  <a:rPr lang="en-US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sampel</a:t>
                </a:r>
                <a:r>
                  <a:rPr lang="en-US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adalah</a:t>
                </a:r>
                <a:r>
                  <a:rPr lang="en-US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untuk</a:t>
                </a:r>
                <a:r>
                  <a:rPr lang="en-US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menguji</a:t>
                </a:r>
                <a:r>
                  <a:rPr lang="en-US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nilai</a:t>
                </a:r>
                <a:r>
                  <a:rPr lang="en-US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tengah</a:t>
                </a:r>
                <a:r>
                  <a:rPr lang="en-US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atau</a:t>
                </a:r>
                <a:r>
                  <a:rPr lang="en-US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rata-rata </a:t>
                </a:r>
                <a:r>
                  <a:rPr lang="en-US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populasi</a:t>
                </a:r>
                <a:r>
                  <a:rPr lang="en-US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µ </a:t>
                </a:r>
                <a:r>
                  <a:rPr lang="en-US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sama</a:t>
                </a:r>
                <a:r>
                  <a:rPr lang="en-US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dengan</a:t>
                </a:r>
                <a:r>
                  <a:rPr lang="en-US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nilai</a:t>
                </a:r>
                <a:r>
                  <a:rPr lang="en-US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tertentu</a:t>
                </a:r>
                <a:r>
                  <a:rPr lang="en-US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ato" panose="020F0502020204030203" pitchFamily="34" charset="0"/>
                          </a:rPr>
                          <m:t>𝜇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terhadap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hipotesis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alternatif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bahwa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nilai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tengah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atau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rata-rata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populasi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tidak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sama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dengan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sSubPr>
                      <m:e>
                        <m:r>
                          <a:rPr lang="en-ID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ato" panose="020F0502020204030203" pitchFamily="34" charset="0"/>
                          </a:rPr>
                          <m:t>𝜇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.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Saat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menguji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satu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sampel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, pada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dasarnya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ingin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menguji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apakah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suatu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nilai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(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diberikan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untuk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perbandingan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)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berbeda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secara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signifikan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dari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rata-rata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sampel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. Nilai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tertentu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disini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biasanya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merupakan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nilai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parameter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untuk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mengukur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populasi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272BF5E-21AE-5F05-A9C6-EDA351009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672" y="1184758"/>
                <a:ext cx="6520556" cy="1815882"/>
              </a:xfrm>
              <a:prstGeom prst="rect">
                <a:avLst/>
              </a:prstGeom>
              <a:blipFill>
                <a:blip r:embed="rId4"/>
                <a:stretch>
                  <a:fillRect l="-467" t="-1007" r="-561" b="-335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0132EA-AAB8-529D-C4C6-9A470DFA81A6}"/>
                  </a:ext>
                </a:extLst>
              </p:cNvPr>
              <p:cNvSpPr txBox="1"/>
              <p:nvPr/>
            </p:nvSpPr>
            <p:spPr>
              <a:xfrm>
                <a:off x="1990555" y="2979406"/>
                <a:ext cx="6443470" cy="1492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Jadi </a:t>
                </a:r>
                <a:r>
                  <a:rPr lang="en-US" sz="15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kita</a:t>
                </a:r>
                <a:r>
                  <a:rPr lang="en-US" sz="15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15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akan</a:t>
                </a:r>
                <a:r>
                  <a:rPr lang="en-US" sz="15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15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menguji</a:t>
                </a:r>
                <a:r>
                  <a:rPr lang="en-US" sz="15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:</a:t>
                </a:r>
              </a:p>
              <a:p>
                <a:endParaRPr lang="en-US" sz="1500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 :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ato" panose="020F0502020204030203" pitchFamily="34" charset="0"/>
                      </a:rPr>
                      <m:t>𝜇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ato" panose="020F0502020204030203" pitchFamily="34" charset="0"/>
                      </a:rPr>
                      <m:t>= 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ato" panose="020F0502020204030203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ato" panose="020F0502020204030203" pitchFamily="34" charset="0"/>
                          </a:rPr>
                          <m:t>𝜇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ato" panose="020F0502020204030203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lawan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ato" panose="020F0502020204030203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ato" panose="020F0502020204030203" pitchFamily="34" charset="0"/>
                          </a:rPr>
                          <m:t> 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ato" panose="020F0502020204030203" pitchFamily="34" charset="0"/>
                          </a:rPr>
                          <m:t>𝐻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ato" panose="020F0502020204030203" pitchFamily="34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ato" panose="020F0502020204030203" pitchFamily="34" charset="0"/>
                      </a:rPr>
                      <m:t> : 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ato" panose="020F0502020204030203" pitchFamily="34" charset="0"/>
                      </a:rPr>
                      <m:t>𝜇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ato" panose="020F0502020204030203" pitchFamily="34" charset="0"/>
                      </a:rPr>
                      <m:t> ≠ 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ato" panose="020F0502020204030203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ato" panose="020F0502020204030203" pitchFamily="34" charset="0"/>
                          </a:rPr>
                          <m:t>𝜇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ato" panose="020F0502020204030203" pitchFamily="34" charset="0"/>
                          </a:rPr>
                          <m:t>0</m:t>
                        </m:r>
                      </m:sub>
                    </m:sSub>
                  </m:oMath>
                </a14:m>
                <a:endParaRPr lang="en-ID" sz="1500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endParaRPr lang="en-ID" sz="1500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D" sz="15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sSubPr>
                      <m:e>
                        <m:r>
                          <a:rPr lang="en-US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𝐻</m:t>
                        </m:r>
                      </m:e>
                      <m:sub>
                        <m:r>
                          <a:rPr lang="en-US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D" sz="15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5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merupakan</a:t>
                </a:r>
                <a:r>
                  <a:rPr lang="en-ID" sz="15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5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hipotesa</a:t>
                </a:r>
                <a:r>
                  <a:rPr lang="en-ID" sz="15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5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awal</a:t>
                </a:r>
                <a:r>
                  <a:rPr lang="en-ID" sz="15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5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sedangkan</a:t>
                </a:r>
                <a:r>
                  <a:rPr lang="en-ID" sz="15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15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sSubPr>
                      <m:e>
                        <m:r>
                          <a:rPr lang="en-US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𝐻</m:t>
                        </m:r>
                      </m:e>
                      <m:sub>
                        <m:r>
                          <a:rPr lang="en-US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D" sz="15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5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merupakan</a:t>
                </a:r>
                <a:r>
                  <a:rPr lang="en-ID" sz="15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5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hipotesis</a:t>
                </a:r>
                <a:r>
                  <a:rPr lang="en-ID" sz="15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5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alternatif</a:t>
                </a:r>
                <a:r>
                  <a:rPr lang="en-ID" sz="15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5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atau</a:t>
                </a:r>
                <a:r>
                  <a:rPr lang="en-ID" sz="15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5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hipotesis</a:t>
                </a:r>
                <a:r>
                  <a:rPr lang="en-ID" sz="15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5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kerja</a:t>
                </a:r>
                <a:r>
                  <a:rPr lang="en-ID" sz="15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0132EA-AAB8-529D-C4C6-9A470DFA8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555" y="2979406"/>
                <a:ext cx="6443470" cy="1492716"/>
              </a:xfrm>
              <a:prstGeom prst="rect">
                <a:avLst/>
              </a:prstGeom>
              <a:blipFill>
                <a:blip r:embed="rId5"/>
                <a:stretch>
                  <a:fillRect l="-378" t="-816" b="-367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1" name="Google Shape;2531;p41"/>
          <p:cNvGrpSpPr/>
          <p:nvPr/>
        </p:nvGrpSpPr>
        <p:grpSpPr>
          <a:xfrm>
            <a:off x="1031247" y="1261051"/>
            <a:ext cx="7093949" cy="3006134"/>
            <a:chOff x="1031247" y="1261051"/>
            <a:chExt cx="7093949" cy="3006134"/>
          </a:xfrm>
        </p:grpSpPr>
        <p:grpSp>
          <p:nvGrpSpPr>
            <p:cNvPr id="2532" name="Google Shape;2532;p41"/>
            <p:cNvGrpSpPr/>
            <p:nvPr/>
          </p:nvGrpSpPr>
          <p:grpSpPr>
            <a:xfrm>
              <a:off x="1031247" y="1261051"/>
              <a:ext cx="7093949" cy="3006134"/>
              <a:chOff x="512550" y="529925"/>
              <a:chExt cx="8130600" cy="4187400"/>
            </a:xfrm>
          </p:grpSpPr>
          <p:grpSp>
            <p:nvGrpSpPr>
              <p:cNvPr id="2533" name="Google Shape;2533;p41"/>
              <p:cNvGrpSpPr/>
              <p:nvPr/>
            </p:nvGrpSpPr>
            <p:grpSpPr>
              <a:xfrm>
                <a:off x="512550" y="529925"/>
                <a:ext cx="8130600" cy="4187400"/>
                <a:chOff x="512550" y="529925"/>
                <a:chExt cx="8130600" cy="4187400"/>
              </a:xfrm>
            </p:grpSpPr>
            <p:sp>
              <p:nvSpPr>
                <p:cNvPr id="2534" name="Google Shape;2534;p41"/>
                <p:cNvSpPr/>
                <p:nvPr/>
              </p:nvSpPr>
              <p:spPr>
                <a:xfrm>
                  <a:off x="512550" y="529925"/>
                  <a:ext cx="8130600" cy="418740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535" name="Google Shape;2535;p41"/>
                <p:cNvCxnSpPr/>
                <p:nvPr/>
              </p:nvCxnSpPr>
              <p:spPr>
                <a:xfrm>
                  <a:off x="524425" y="1029828"/>
                  <a:ext cx="81186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2536" name="Google Shape;2536;p41"/>
              <p:cNvCxnSpPr/>
              <p:nvPr/>
            </p:nvCxnSpPr>
            <p:spPr>
              <a:xfrm>
                <a:off x="524425" y="4522222"/>
                <a:ext cx="81186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537" name="Google Shape;2537;p41"/>
            <p:cNvGrpSpPr/>
            <p:nvPr/>
          </p:nvGrpSpPr>
          <p:grpSpPr>
            <a:xfrm>
              <a:off x="1192427" y="1401909"/>
              <a:ext cx="298503" cy="79687"/>
              <a:chOff x="711022" y="726146"/>
              <a:chExt cx="415800" cy="111000"/>
            </a:xfrm>
          </p:grpSpPr>
          <p:sp>
            <p:nvSpPr>
              <p:cNvPr id="2538" name="Google Shape;2538;p41"/>
              <p:cNvSpPr/>
              <p:nvPr/>
            </p:nvSpPr>
            <p:spPr>
              <a:xfrm>
                <a:off x="7110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Google Shape;2539;p41"/>
              <p:cNvSpPr/>
              <p:nvPr/>
            </p:nvSpPr>
            <p:spPr>
              <a:xfrm>
                <a:off x="8634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Google Shape;2540;p41"/>
              <p:cNvSpPr/>
              <p:nvPr/>
            </p:nvSpPr>
            <p:spPr>
              <a:xfrm>
                <a:off x="10158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541" name="Google Shape;2541;p41"/>
          <p:cNvSpPr txBox="1">
            <a:spLocks noGrp="1"/>
          </p:cNvSpPr>
          <p:nvPr>
            <p:ph type="title"/>
          </p:nvPr>
        </p:nvSpPr>
        <p:spPr>
          <a:xfrm>
            <a:off x="1105421" y="482577"/>
            <a:ext cx="694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RUMUS</a:t>
            </a:r>
            <a:endParaRPr dirty="0"/>
          </a:p>
        </p:txBody>
      </p:sp>
      <p:sp>
        <p:nvSpPr>
          <p:cNvPr id="2543" name="Google Shape;2543;p41"/>
          <p:cNvSpPr/>
          <p:nvPr/>
        </p:nvSpPr>
        <p:spPr>
          <a:xfrm>
            <a:off x="7735550" y="2372013"/>
            <a:ext cx="784200" cy="7842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4" name="Google Shape;2544;p41"/>
          <p:cNvSpPr txBox="1">
            <a:spLocks noGrp="1"/>
          </p:cNvSpPr>
          <p:nvPr>
            <p:ph type="ctrTitle" idx="4294967295"/>
          </p:nvPr>
        </p:nvSpPr>
        <p:spPr>
          <a:xfrm>
            <a:off x="7739735" y="2530413"/>
            <a:ext cx="784200" cy="46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" sz="4000" b="1" dirty="0">
                <a:latin typeface="Lato"/>
                <a:ea typeface="Lato"/>
                <a:cs typeface="Lato"/>
                <a:sym typeface="Lato"/>
              </a:rPr>
              <a:t>2</a:t>
            </a:r>
            <a:endParaRPr sz="40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545" name="Google Shape;2545;p41"/>
          <p:cNvGrpSpPr/>
          <p:nvPr/>
        </p:nvGrpSpPr>
        <p:grpSpPr>
          <a:xfrm>
            <a:off x="8090276" y="611286"/>
            <a:ext cx="343759" cy="339271"/>
            <a:chOff x="6232000" y="1435050"/>
            <a:chExt cx="488225" cy="481850"/>
          </a:xfrm>
        </p:grpSpPr>
        <p:sp>
          <p:nvSpPr>
            <p:cNvPr id="2546" name="Google Shape;2546;p41"/>
            <p:cNvSpPr/>
            <p:nvPr/>
          </p:nvSpPr>
          <p:spPr>
            <a:xfrm>
              <a:off x="6578000" y="1463375"/>
              <a:ext cx="83150" cy="78250"/>
            </a:xfrm>
            <a:custGeom>
              <a:avLst/>
              <a:gdLst/>
              <a:ahLst/>
              <a:cxnLst/>
              <a:rect l="l" t="t" r="r" b="b"/>
              <a:pathLst>
                <a:path w="3326" h="3130" extrusionOk="0">
                  <a:moveTo>
                    <a:pt x="482" y="1"/>
                  </a:moveTo>
                  <a:cubicBezTo>
                    <a:pt x="280" y="1"/>
                    <a:pt x="95" y="114"/>
                    <a:pt x="1" y="293"/>
                  </a:cubicBezTo>
                  <a:lnTo>
                    <a:pt x="3322" y="3130"/>
                  </a:lnTo>
                  <a:lnTo>
                    <a:pt x="3322" y="564"/>
                  </a:lnTo>
                  <a:cubicBezTo>
                    <a:pt x="3325" y="253"/>
                    <a:pt x="3072" y="1"/>
                    <a:pt x="2761" y="1"/>
                  </a:cubicBezTo>
                  <a:cubicBezTo>
                    <a:pt x="2760" y="1"/>
                    <a:pt x="2758" y="1"/>
                    <a:pt x="2756" y="1"/>
                  </a:cubicBezTo>
                  <a:lnTo>
                    <a:pt x="497" y="1"/>
                  </a:lnTo>
                  <a:cubicBezTo>
                    <a:pt x="492" y="1"/>
                    <a:pt x="487" y="1"/>
                    <a:pt x="4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47" name="Google Shape;2547;p41"/>
            <p:cNvSpPr/>
            <p:nvPr/>
          </p:nvSpPr>
          <p:spPr>
            <a:xfrm>
              <a:off x="6421725" y="1773850"/>
              <a:ext cx="112950" cy="143050"/>
            </a:xfrm>
            <a:custGeom>
              <a:avLst/>
              <a:gdLst/>
              <a:ahLst/>
              <a:cxnLst/>
              <a:rect l="l" t="t" r="r" b="b"/>
              <a:pathLst>
                <a:path w="4518" h="5722" extrusionOk="0">
                  <a:moveTo>
                    <a:pt x="2822" y="1130"/>
                  </a:moveTo>
                  <a:cubicBezTo>
                    <a:pt x="3325" y="1130"/>
                    <a:pt x="3578" y="1738"/>
                    <a:pt x="3222" y="2093"/>
                  </a:cubicBezTo>
                  <a:cubicBezTo>
                    <a:pt x="3106" y="2209"/>
                    <a:pt x="2964" y="2260"/>
                    <a:pt x="2825" y="2260"/>
                  </a:cubicBezTo>
                  <a:cubicBezTo>
                    <a:pt x="2535" y="2260"/>
                    <a:pt x="2259" y="2036"/>
                    <a:pt x="2259" y="1696"/>
                  </a:cubicBezTo>
                  <a:cubicBezTo>
                    <a:pt x="2259" y="1383"/>
                    <a:pt x="2509" y="1130"/>
                    <a:pt x="2822" y="1130"/>
                  </a:cubicBezTo>
                  <a:close/>
                  <a:moveTo>
                    <a:pt x="0" y="1"/>
                  </a:moveTo>
                  <a:lnTo>
                    <a:pt x="0" y="5722"/>
                  </a:lnTo>
                  <a:lnTo>
                    <a:pt x="4517" y="5722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48" name="Google Shape;2548;p41"/>
            <p:cNvSpPr/>
            <p:nvPr/>
          </p:nvSpPr>
          <p:spPr>
            <a:xfrm>
              <a:off x="6448975" y="1632700"/>
              <a:ext cx="56475" cy="56475"/>
            </a:xfrm>
            <a:custGeom>
              <a:avLst/>
              <a:gdLst/>
              <a:ahLst/>
              <a:cxnLst/>
              <a:rect l="l" t="t" r="r" b="b"/>
              <a:pathLst>
                <a:path w="2259" h="2259" extrusionOk="0">
                  <a:moveTo>
                    <a:pt x="0" y="0"/>
                  </a:moveTo>
                  <a:lnTo>
                    <a:pt x="0" y="2259"/>
                  </a:lnTo>
                  <a:lnTo>
                    <a:pt x="2259" y="2259"/>
                  </a:lnTo>
                  <a:lnTo>
                    <a:pt x="22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49" name="Google Shape;2549;p41"/>
            <p:cNvSpPr/>
            <p:nvPr/>
          </p:nvSpPr>
          <p:spPr>
            <a:xfrm>
              <a:off x="6232000" y="1435050"/>
              <a:ext cx="488225" cy="237825"/>
            </a:xfrm>
            <a:custGeom>
              <a:avLst/>
              <a:gdLst/>
              <a:ahLst/>
              <a:cxnLst/>
              <a:rect l="l" t="t" r="r" b="b"/>
              <a:pathLst>
                <a:path w="19529" h="9513" extrusionOk="0">
                  <a:moveTo>
                    <a:pt x="9821" y="0"/>
                  </a:moveTo>
                  <a:cubicBezTo>
                    <a:pt x="9559" y="0"/>
                    <a:pt x="9297" y="92"/>
                    <a:pt x="9086" y="276"/>
                  </a:cubicBezTo>
                  <a:lnTo>
                    <a:pt x="531" y="7521"/>
                  </a:lnTo>
                  <a:cubicBezTo>
                    <a:pt x="61" y="7921"/>
                    <a:pt x="1" y="8626"/>
                    <a:pt x="395" y="9099"/>
                  </a:cubicBezTo>
                  <a:cubicBezTo>
                    <a:pt x="620" y="9369"/>
                    <a:pt x="942" y="9508"/>
                    <a:pt x="1266" y="9508"/>
                  </a:cubicBezTo>
                  <a:cubicBezTo>
                    <a:pt x="1525" y="9508"/>
                    <a:pt x="1785" y="9419"/>
                    <a:pt x="1997" y="9237"/>
                  </a:cubicBezTo>
                  <a:lnTo>
                    <a:pt x="9821" y="2622"/>
                  </a:lnTo>
                  <a:lnTo>
                    <a:pt x="17544" y="9240"/>
                  </a:lnTo>
                  <a:cubicBezTo>
                    <a:pt x="17759" y="9425"/>
                    <a:pt x="18019" y="9513"/>
                    <a:pt x="18278" y="9513"/>
                  </a:cubicBezTo>
                  <a:cubicBezTo>
                    <a:pt x="18661" y="9513"/>
                    <a:pt x="19039" y="9318"/>
                    <a:pt x="19252" y="8954"/>
                  </a:cubicBezTo>
                  <a:cubicBezTo>
                    <a:pt x="19529" y="8482"/>
                    <a:pt x="19430" y="7879"/>
                    <a:pt x="19014" y="7524"/>
                  </a:cubicBezTo>
                  <a:lnTo>
                    <a:pt x="10555" y="276"/>
                  </a:lnTo>
                  <a:cubicBezTo>
                    <a:pt x="10345" y="92"/>
                    <a:pt x="10083" y="0"/>
                    <a:pt x="98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50" name="Google Shape;2550;p41"/>
            <p:cNvSpPr/>
            <p:nvPr/>
          </p:nvSpPr>
          <p:spPr>
            <a:xfrm>
              <a:off x="6291025" y="1537700"/>
              <a:ext cx="369800" cy="379200"/>
            </a:xfrm>
            <a:custGeom>
              <a:avLst/>
              <a:gdLst/>
              <a:ahLst/>
              <a:cxnLst/>
              <a:rect l="l" t="t" r="r" b="b"/>
              <a:pathLst>
                <a:path w="14792" h="15168" extrusionOk="0">
                  <a:moveTo>
                    <a:pt x="9143" y="2671"/>
                  </a:moveTo>
                  <a:cubicBezTo>
                    <a:pt x="9453" y="2671"/>
                    <a:pt x="9706" y="2924"/>
                    <a:pt x="9706" y="3237"/>
                  </a:cubicBezTo>
                  <a:lnTo>
                    <a:pt x="9706" y="6625"/>
                  </a:lnTo>
                  <a:cubicBezTo>
                    <a:pt x="9706" y="6935"/>
                    <a:pt x="9453" y="7188"/>
                    <a:pt x="9143" y="7188"/>
                  </a:cubicBezTo>
                  <a:lnTo>
                    <a:pt x="5755" y="7188"/>
                  </a:lnTo>
                  <a:cubicBezTo>
                    <a:pt x="5442" y="7188"/>
                    <a:pt x="5189" y="6935"/>
                    <a:pt x="5189" y="6625"/>
                  </a:cubicBezTo>
                  <a:lnTo>
                    <a:pt x="5189" y="3237"/>
                  </a:lnTo>
                  <a:cubicBezTo>
                    <a:pt x="5189" y="2924"/>
                    <a:pt x="5442" y="2671"/>
                    <a:pt x="5755" y="2671"/>
                  </a:cubicBezTo>
                  <a:close/>
                  <a:moveTo>
                    <a:pt x="7448" y="0"/>
                  </a:moveTo>
                  <a:lnTo>
                    <a:pt x="4" y="6291"/>
                  </a:lnTo>
                  <a:lnTo>
                    <a:pt x="4" y="14605"/>
                  </a:lnTo>
                  <a:cubicBezTo>
                    <a:pt x="1" y="14913"/>
                    <a:pt x="254" y="15168"/>
                    <a:pt x="564" y="15168"/>
                  </a:cubicBezTo>
                  <a:cubicBezTo>
                    <a:pt x="566" y="15168"/>
                    <a:pt x="568" y="15168"/>
                    <a:pt x="570" y="15168"/>
                  </a:cubicBezTo>
                  <a:lnTo>
                    <a:pt x="4060" y="15168"/>
                  </a:lnTo>
                  <a:lnTo>
                    <a:pt x="4060" y="8883"/>
                  </a:lnTo>
                  <a:cubicBezTo>
                    <a:pt x="4060" y="8570"/>
                    <a:pt x="4313" y="8317"/>
                    <a:pt x="4626" y="8317"/>
                  </a:cubicBezTo>
                  <a:lnTo>
                    <a:pt x="10272" y="8317"/>
                  </a:lnTo>
                  <a:cubicBezTo>
                    <a:pt x="10582" y="8317"/>
                    <a:pt x="10835" y="8570"/>
                    <a:pt x="10835" y="8883"/>
                  </a:cubicBezTo>
                  <a:lnTo>
                    <a:pt x="10835" y="15168"/>
                  </a:lnTo>
                  <a:lnTo>
                    <a:pt x="14223" y="15168"/>
                  </a:lnTo>
                  <a:cubicBezTo>
                    <a:pt x="14225" y="15168"/>
                    <a:pt x="14227" y="15168"/>
                    <a:pt x="14228" y="15168"/>
                  </a:cubicBezTo>
                  <a:cubicBezTo>
                    <a:pt x="14539" y="15168"/>
                    <a:pt x="14792" y="14913"/>
                    <a:pt x="14789" y="14605"/>
                  </a:cubicBezTo>
                  <a:lnTo>
                    <a:pt x="14789" y="6291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551" name="Google Shape;2551;p41">
            <a:hlinkClick r:id="rId3" action="ppaction://hlinksldjump"/>
          </p:cNvPr>
          <p:cNvSpPr/>
          <p:nvPr/>
        </p:nvSpPr>
        <p:spPr>
          <a:xfrm>
            <a:off x="8016900" y="576463"/>
            <a:ext cx="490500" cy="4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EBEF4C2-72E5-E014-C8EF-2CC31ADD488E}"/>
                  </a:ext>
                </a:extLst>
              </p:cNvPr>
              <p:cNvSpPr txBox="1"/>
              <p:nvPr/>
            </p:nvSpPr>
            <p:spPr>
              <a:xfrm>
                <a:off x="1490930" y="2428412"/>
                <a:ext cx="1991664" cy="7830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/√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ID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EBEF4C2-72E5-E014-C8EF-2CC31ADD4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930" y="2428412"/>
                <a:ext cx="1991664" cy="7830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Subtitle 3429">
                <a:extLst>
                  <a:ext uri="{FF2B5EF4-FFF2-40B4-BE49-F238E27FC236}">
                    <a16:creationId xmlns:a16="http://schemas.microsoft.com/office/drawing/2014/main" id="{DCCBB1C8-272B-8A64-ADE3-90348B46C37B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578927" y="1883997"/>
                <a:ext cx="3556663" cy="1757670"/>
              </a:xfrm>
            </p:spPr>
            <p:txBody>
              <a:bodyPr anchor="t"/>
              <a:lstStyle/>
              <a:p>
                <a:pPr algn="l"/>
                <a:r>
                  <a:rPr 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</a:t>
                </a:r>
                <a:r>
                  <a:rPr lang="en-US" sz="1800" dirty="0">
                    <a:solidFill>
                      <a:schemeClr val="tx1"/>
                    </a:solidFill>
                  </a:rPr>
                  <a:t> = </a:t>
                </a:r>
                <a:r>
                  <a:rPr lang="en-US" sz="1800" dirty="0" err="1">
                    <a:solidFill>
                      <a:schemeClr val="tx1"/>
                    </a:solidFill>
                  </a:rPr>
                  <a:t>nilai</a:t>
                </a:r>
                <a:r>
                  <a:rPr lang="en-US" sz="1800" dirty="0">
                    <a:solidFill>
                      <a:schemeClr val="tx1"/>
                    </a:solidFill>
                  </a:rPr>
                  <a:t> t </a:t>
                </a:r>
                <a:r>
                  <a:rPr lang="en-US" sz="1800" dirty="0" err="1">
                    <a:solidFill>
                      <a:schemeClr val="tx1"/>
                    </a:solidFill>
                  </a:rPr>
                  <a:t>hitung</a:t>
                </a:r>
                <a:r>
                  <a:rPr lang="en-US" sz="1800" dirty="0">
                    <a:solidFill>
                      <a:schemeClr val="tx1"/>
                    </a:solidFill>
                  </a:rPr>
                  <a:t> </a:t>
                </a:r>
              </a:p>
              <a:p>
                <a:pPr algn="l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D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ID" sz="1800" dirty="0">
                    <a:solidFill>
                      <a:schemeClr val="tx1"/>
                    </a:solidFill>
                  </a:rPr>
                  <a:t> = rata-rata sample</a:t>
                </a:r>
              </a:p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ID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D" sz="1800" dirty="0">
                    <a:solidFill>
                      <a:schemeClr val="tx1"/>
                    </a:solidFill>
                  </a:rPr>
                  <a:t> = </a:t>
                </a:r>
                <a:r>
                  <a:rPr lang="en-ID" sz="1800" dirty="0" err="1">
                    <a:solidFill>
                      <a:schemeClr val="tx1"/>
                    </a:solidFill>
                  </a:rPr>
                  <a:t>nilai</a:t>
                </a:r>
                <a:r>
                  <a:rPr lang="en-ID" sz="1800" dirty="0">
                    <a:solidFill>
                      <a:schemeClr val="tx1"/>
                    </a:solidFill>
                  </a:rPr>
                  <a:t> parameter</a:t>
                </a:r>
              </a:p>
              <a:p>
                <a:pPr algn="l"/>
                <a:r>
                  <a:rPr lang="en-ID" sz="18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</a:t>
                </a:r>
                <a:r>
                  <a:rPr lang="en-ID" sz="1800" dirty="0">
                    <a:solidFill>
                      <a:schemeClr val="tx1"/>
                    </a:solidFill>
                  </a:rPr>
                  <a:t> = </a:t>
                </a:r>
                <a:r>
                  <a:rPr lang="en-ID" sz="1800" dirty="0" err="1">
                    <a:solidFill>
                      <a:schemeClr val="tx1"/>
                    </a:solidFill>
                  </a:rPr>
                  <a:t>standar</a:t>
                </a:r>
                <a:r>
                  <a:rPr lang="en-ID" sz="1800" dirty="0">
                    <a:solidFill>
                      <a:schemeClr val="tx1"/>
                    </a:solidFill>
                  </a:rPr>
                  <a:t> </a:t>
                </a:r>
                <a:r>
                  <a:rPr lang="en-ID" sz="1800" dirty="0" err="1">
                    <a:solidFill>
                      <a:schemeClr val="tx1"/>
                    </a:solidFill>
                  </a:rPr>
                  <a:t>deviasi</a:t>
                </a:r>
                <a:r>
                  <a:rPr lang="en-ID" sz="1800" dirty="0">
                    <a:solidFill>
                      <a:schemeClr val="tx1"/>
                    </a:solidFill>
                  </a:rPr>
                  <a:t> sample</a:t>
                </a:r>
              </a:p>
              <a:p>
                <a:pPr algn="l"/>
                <a:r>
                  <a:rPr lang="en-ID" sz="18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</a:t>
                </a:r>
                <a:r>
                  <a:rPr lang="en-ID" sz="1800" dirty="0">
                    <a:solidFill>
                      <a:schemeClr val="tx1"/>
                    </a:solidFill>
                  </a:rPr>
                  <a:t> = </a:t>
                </a:r>
                <a:r>
                  <a:rPr lang="en-ID" sz="1800" dirty="0" err="1">
                    <a:solidFill>
                      <a:schemeClr val="tx1"/>
                    </a:solidFill>
                  </a:rPr>
                  <a:t>jumlah</a:t>
                </a:r>
                <a:r>
                  <a:rPr lang="en-ID" sz="1800" dirty="0">
                    <a:solidFill>
                      <a:schemeClr val="tx1"/>
                    </a:solidFill>
                  </a:rPr>
                  <a:t> sample</a:t>
                </a:r>
              </a:p>
            </p:txBody>
          </p:sp>
        </mc:Choice>
        <mc:Fallback xmlns="">
          <p:sp>
            <p:nvSpPr>
              <p:cNvPr id="5" name="Subtitle 3429">
                <a:extLst>
                  <a:ext uri="{FF2B5EF4-FFF2-40B4-BE49-F238E27FC236}">
                    <a16:creationId xmlns:a16="http://schemas.microsoft.com/office/drawing/2014/main" id="{DCCBB1C8-272B-8A64-ADE3-90348B46C3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578927" y="1883997"/>
                <a:ext cx="3556663" cy="1757670"/>
              </a:xfrm>
              <a:blipFill>
                <a:blip r:embed="rId5"/>
                <a:stretch>
                  <a:fillRect b="-173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6" name="Google Shape;2556;p42"/>
          <p:cNvSpPr txBox="1">
            <a:spLocks noGrp="1"/>
          </p:cNvSpPr>
          <p:nvPr>
            <p:ph type="title"/>
          </p:nvPr>
        </p:nvSpPr>
        <p:spPr>
          <a:xfrm>
            <a:off x="1127100" y="483294"/>
            <a:ext cx="68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INTERPRETASI</a:t>
            </a:r>
            <a:endParaRPr dirty="0"/>
          </a:p>
        </p:txBody>
      </p:sp>
      <p:sp>
        <p:nvSpPr>
          <p:cNvPr id="2561" name="Google Shape;2561;p42"/>
          <p:cNvSpPr txBox="1">
            <a:spLocks noGrp="1"/>
          </p:cNvSpPr>
          <p:nvPr>
            <p:ph type="title" idx="2"/>
          </p:nvPr>
        </p:nvSpPr>
        <p:spPr>
          <a:xfrm>
            <a:off x="576265" y="1153097"/>
            <a:ext cx="598500" cy="527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a</a:t>
            </a:r>
            <a:endParaRPr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3" name="Google Shape;2563;p42"/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1305402" y="1065647"/>
                <a:ext cx="7201997" cy="1100454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D" sz="16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U</a:t>
                </a:r>
                <a:r>
                  <a:rPr lang="en" sz="16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ntuk menginterpretasikan t – test terlebih dahulu harus ditentukan : </a:t>
                </a:r>
              </a:p>
              <a:p>
                <a:pPr marL="285750" lvl="0" indent="-285750" algn="l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Nilai </a:t>
                </a:r>
                <a:r>
                  <a:rPr lang="en-US" sz="16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signifikan</a:t>
                </a:r>
                <a:r>
                  <a:rPr lang="en-US" sz="16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l-GR" sz="16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α</a:t>
                </a:r>
                <a:endParaRPr lang="en-US" sz="16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16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(Degree of freedom) = 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N-k,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khusus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untuk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i="1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one sample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𝑡𝑒𝑠𝑑</m:t>
                        </m:r>
                      </m:e>
                      <m:sub>
                        <m:r>
                          <a:rPr lang="ar-AE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ar-AE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</a:rPr>
                  <a:t> </a:t>
                </a:r>
                <a:r>
                  <a:rPr lang="en-US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=</a:t>
                </a:r>
                <a:r>
                  <a:rPr lang="en-US" sz="1600" i="1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i="1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N – 1</a:t>
                </a:r>
              </a:p>
              <a:p>
                <a:pPr marL="285750" lvl="0" indent="-285750" algn="l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sz="16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2563" name="Google Shape;2563;p4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305402" y="1065647"/>
                <a:ext cx="7201997" cy="1100454"/>
              </a:xfrm>
              <a:prstGeom prst="rect">
                <a:avLst/>
              </a:prstGeom>
              <a:blipFill>
                <a:blip r:embed="rId3"/>
                <a:stretch>
                  <a:fillRect l="-42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4" name="Google Shape;2564;p42"/>
          <p:cNvSpPr txBox="1">
            <a:spLocks noGrp="1"/>
          </p:cNvSpPr>
          <p:nvPr>
            <p:ph type="title" idx="4"/>
          </p:nvPr>
        </p:nvSpPr>
        <p:spPr>
          <a:xfrm>
            <a:off x="576265" y="3527050"/>
            <a:ext cx="598500" cy="527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c</a:t>
            </a:r>
            <a:endParaRPr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6" name="Google Shape;2566;p42"/>
              <p:cNvSpPr txBox="1">
                <a:spLocks noGrp="1"/>
              </p:cNvSpPr>
              <p:nvPr>
                <p:ph type="subTitle" idx="6"/>
              </p:nvPr>
            </p:nvSpPr>
            <p:spPr>
              <a:xfrm>
                <a:off x="1362157" y="3374633"/>
                <a:ext cx="7145242" cy="932888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Apabila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𝑡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h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𝑡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𝑡𝑎𝑏</m:t>
                        </m:r>
                      </m:sub>
                    </m:sSub>
                  </m:oMath>
                </a14:m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=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berbeda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secara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signifikansi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ditolak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)</a:t>
                </a:r>
              </a:p>
              <a:p>
                <a:pPr marL="285750" lvl="0" indent="-285750" algn="l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𝑡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h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𝑡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𝑡𝑎𝑏</m:t>
                        </m:r>
                      </m:sub>
                    </m:sSub>
                  </m:oMath>
                </a14:m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=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tidak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berbeda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secara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signifikansi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diterima)</a:t>
                </a:r>
                <a:endParaRPr lang="en" sz="1600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2566" name="Google Shape;2566;p4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6"/>
              </p:nvPr>
            </p:nvSpPr>
            <p:spPr>
              <a:xfrm>
                <a:off x="1362157" y="3374633"/>
                <a:ext cx="7145242" cy="932888"/>
              </a:xfrm>
              <a:prstGeom prst="rect">
                <a:avLst/>
              </a:prstGeom>
              <a:blipFill>
                <a:blip r:embed="rId4"/>
                <a:stretch>
                  <a:fillRect l="-426" b="-130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7" name="Google Shape;2567;p42"/>
          <p:cNvSpPr txBox="1">
            <a:spLocks noGrp="1"/>
          </p:cNvSpPr>
          <p:nvPr>
            <p:ph type="title" idx="7"/>
          </p:nvPr>
        </p:nvSpPr>
        <p:spPr>
          <a:xfrm>
            <a:off x="576265" y="2307900"/>
            <a:ext cx="598500" cy="527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b</a:t>
            </a:r>
            <a:endParaRPr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9" name="Google Shape;2569;p42"/>
              <p:cNvSpPr txBox="1">
                <a:spLocks noGrp="1"/>
              </p:cNvSpPr>
              <p:nvPr>
                <p:ph type="subTitle" idx="9"/>
              </p:nvPr>
            </p:nvSpPr>
            <p:spPr>
              <a:xfrm>
                <a:off x="1358757" y="2329350"/>
                <a:ext cx="7148642" cy="48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Bandingkan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nilai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ar-AE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𝑡</m:t>
                        </m:r>
                      </m:e>
                      <m:sub>
                        <m:r>
                          <a:rPr lang="ar-AE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h</m:t>
                        </m:r>
                        <m:r>
                          <a:rPr lang="ar-AE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ar-AE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Roboto" panose="02000000000000000000" pitchFamily="2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dengan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ar-AE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𝑡</m:t>
                        </m:r>
                      </m:e>
                      <m:sub>
                        <m:r>
                          <a:rPr lang="ar-AE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𝑡𝑎𝑏</m:t>
                        </m:r>
                      </m:sub>
                    </m:sSub>
                  </m:oMath>
                </a14:m>
                <a:r>
                  <a:rPr lang="ar-AE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Roboto" panose="02000000000000000000" pitchFamily="2" charset="0"/>
                  </a:rPr>
                  <a:t>,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dimana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ar-AE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𝑡</m:t>
                        </m:r>
                      </m:e>
                      <m:sub>
                        <m:r>
                          <a:rPr lang="ar-AE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𝑡𝑎𝑏</m:t>
                        </m:r>
                      </m:sub>
                    </m:sSub>
                    <m:sSubSup>
                      <m:sSubSupPr>
                        <m:ctrlPr>
                          <a:rPr lang="ar-AE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</m:ctrlPr>
                      </m:sSubSupPr>
                      <m:e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=</m:t>
                        </m:r>
                        <m:r>
                          <a:rPr lang="ar-AE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𝑡</m:t>
                        </m:r>
                      </m:e>
                      <m:sub>
                        <m:r>
                          <a:rPr lang="ar-AE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2</m:t>
                        </m:r>
                      </m:sub>
                      <m:sup>
                        <m:r>
                          <a:rPr lang="ar-AE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Roboto" panose="02000000000000000000" pitchFamily="2" charset="0"/>
                          </a:rPr>
                          <m:t>𝛼</m:t>
                        </m:r>
                      </m:sup>
                    </m:sSubSup>
                    <m:r>
                      <a:rPr lang="ar-AE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  <a:cs typeface="Roboto" panose="02000000000000000000" pitchFamily="2" charset="0"/>
                      </a:rPr>
                      <m:t>;</m:t>
                    </m:r>
                    <m:r>
                      <a:rPr lang="ar-AE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  <a:cs typeface="Roboto" panose="02000000000000000000" pitchFamily="2" charset="0"/>
                      </a:rPr>
                      <m:t>𝑁</m:t>
                    </m:r>
                    <m:r>
                      <a:rPr lang="ar-AE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  <a:cs typeface="Roboto" panose="02000000000000000000" pitchFamily="2" charset="0"/>
                      </a:rPr>
                      <m:t> −</m:t>
                    </m:r>
                    <m:r>
                      <a:rPr lang="ar-AE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  <a:cs typeface="Roboto" panose="02000000000000000000" pitchFamily="2" charset="0"/>
                      </a:rPr>
                      <m:t>1</m:t>
                    </m:r>
                  </m:oMath>
                </a14:m>
                <a:endParaRPr lang="ar-AE" sz="1600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2569" name="Google Shape;2569;p4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9"/>
              </p:nvPr>
            </p:nvSpPr>
            <p:spPr>
              <a:xfrm>
                <a:off x="1358757" y="2329350"/>
                <a:ext cx="7148642" cy="484800"/>
              </a:xfrm>
              <a:prstGeom prst="rect">
                <a:avLst/>
              </a:prstGeom>
              <a:blipFill>
                <a:blip r:embed="rId5"/>
                <a:stretch>
                  <a:fillRect l="-512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73" name="Google Shape;2573;p42"/>
          <p:cNvSpPr/>
          <p:nvPr/>
        </p:nvSpPr>
        <p:spPr>
          <a:xfrm>
            <a:off x="7967347" y="4140114"/>
            <a:ext cx="784200" cy="7842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4" name="Google Shape;2574;p42"/>
          <p:cNvSpPr txBox="1">
            <a:spLocks noGrp="1"/>
          </p:cNvSpPr>
          <p:nvPr>
            <p:ph type="ctrTitle" idx="4294967295"/>
          </p:nvPr>
        </p:nvSpPr>
        <p:spPr>
          <a:xfrm>
            <a:off x="7967347" y="4278570"/>
            <a:ext cx="784200" cy="46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latin typeface="Lato"/>
                <a:ea typeface="Lato"/>
                <a:cs typeface="Lato"/>
                <a:sym typeface="Lato"/>
              </a:rPr>
              <a:t>03</a:t>
            </a:r>
            <a:endParaRPr sz="40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575" name="Google Shape;2575;p42"/>
          <p:cNvGrpSpPr/>
          <p:nvPr/>
        </p:nvGrpSpPr>
        <p:grpSpPr>
          <a:xfrm>
            <a:off x="8090276" y="611286"/>
            <a:ext cx="343759" cy="339271"/>
            <a:chOff x="6232000" y="1435050"/>
            <a:chExt cx="488225" cy="481850"/>
          </a:xfrm>
        </p:grpSpPr>
        <p:sp>
          <p:nvSpPr>
            <p:cNvPr id="2576" name="Google Shape;2576;p42"/>
            <p:cNvSpPr/>
            <p:nvPr/>
          </p:nvSpPr>
          <p:spPr>
            <a:xfrm>
              <a:off x="6578000" y="1463375"/>
              <a:ext cx="83150" cy="78250"/>
            </a:xfrm>
            <a:custGeom>
              <a:avLst/>
              <a:gdLst/>
              <a:ahLst/>
              <a:cxnLst/>
              <a:rect l="l" t="t" r="r" b="b"/>
              <a:pathLst>
                <a:path w="3326" h="3130" extrusionOk="0">
                  <a:moveTo>
                    <a:pt x="482" y="1"/>
                  </a:moveTo>
                  <a:cubicBezTo>
                    <a:pt x="280" y="1"/>
                    <a:pt x="95" y="114"/>
                    <a:pt x="1" y="293"/>
                  </a:cubicBezTo>
                  <a:lnTo>
                    <a:pt x="3322" y="3130"/>
                  </a:lnTo>
                  <a:lnTo>
                    <a:pt x="3322" y="564"/>
                  </a:lnTo>
                  <a:cubicBezTo>
                    <a:pt x="3325" y="253"/>
                    <a:pt x="3072" y="1"/>
                    <a:pt x="2761" y="1"/>
                  </a:cubicBezTo>
                  <a:cubicBezTo>
                    <a:pt x="2760" y="1"/>
                    <a:pt x="2758" y="1"/>
                    <a:pt x="2756" y="1"/>
                  </a:cubicBezTo>
                  <a:lnTo>
                    <a:pt x="497" y="1"/>
                  </a:lnTo>
                  <a:cubicBezTo>
                    <a:pt x="492" y="1"/>
                    <a:pt x="487" y="1"/>
                    <a:pt x="4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77" name="Google Shape;2577;p42"/>
            <p:cNvSpPr/>
            <p:nvPr/>
          </p:nvSpPr>
          <p:spPr>
            <a:xfrm>
              <a:off x="6421725" y="1773850"/>
              <a:ext cx="112950" cy="143050"/>
            </a:xfrm>
            <a:custGeom>
              <a:avLst/>
              <a:gdLst/>
              <a:ahLst/>
              <a:cxnLst/>
              <a:rect l="l" t="t" r="r" b="b"/>
              <a:pathLst>
                <a:path w="4518" h="5722" extrusionOk="0">
                  <a:moveTo>
                    <a:pt x="2822" y="1130"/>
                  </a:moveTo>
                  <a:cubicBezTo>
                    <a:pt x="3325" y="1130"/>
                    <a:pt x="3578" y="1738"/>
                    <a:pt x="3222" y="2093"/>
                  </a:cubicBezTo>
                  <a:cubicBezTo>
                    <a:pt x="3106" y="2209"/>
                    <a:pt x="2964" y="2260"/>
                    <a:pt x="2825" y="2260"/>
                  </a:cubicBezTo>
                  <a:cubicBezTo>
                    <a:pt x="2535" y="2260"/>
                    <a:pt x="2259" y="2036"/>
                    <a:pt x="2259" y="1696"/>
                  </a:cubicBezTo>
                  <a:cubicBezTo>
                    <a:pt x="2259" y="1383"/>
                    <a:pt x="2509" y="1130"/>
                    <a:pt x="2822" y="1130"/>
                  </a:cubicBezTo>
                  <a:close/>
                  <a:moveTo>
                    <a:pt x="0" y="1"/>
                  </a:moveTo>
                  <a:lnTo>
                    <a:pt x="0" y="5722"/>
                  </a:lnTo>
                  <a:lnTo>
                    <a:pt x="4517" y="5722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78" name="Google Shape;2578;p42"/>
            <p:cNvSpPr/>
            <p:nvPr/>
          </p:nvSpPr>
          <p:spPr>
            <a:xfrm>
              <a:off x="6448975" y="1632700"/>
              <a:ext cx="56475" cy="56475"/>
            </a:xfrm>
            <a:custGeom>
              <a:avLst/>
              <a:gdLst/>
              <a:ahLst/>
              <a:cxnLst/>
              <a:rect l="l" t="t" r="r" b="b"/>
              <a:pathLst>
                <a:path w="2259" h="2259" extrusionOk="0">
                  <a:moveTo>
                    <a:pt x="0" y="0"/>
                  </a:moveTo>
                  <a:lnTo>
                    <a:pt x="0" y="2259"/>
                  </a:lnTo>
                  <a:lnTo>
                    <a:pt x="2259" y="2259"/>
                  </a:lnTo>
                  <a:lnTo>
                    <a:pt x="22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79" name="Google Shape;2579;p42"/>
            <p:cNvSpPr/>
            <p:nvPr/>
          </p:nvSpPr>
          <p:spPr>
            <a:xfrm>
              <a:off x="6232000" y="1435050"/>
              <a:ext cx="488225" cy="237825"/>
            </a:xfrm>
            <a:custGeom>
              <a:avLst/>
              <a:gdLst/>
              <a:ahLst/>
              <a:cxnLst/>
              <a:rect l="l" t="t" r="r" b="b"/>
              <a:pathLst>
                <a:path w="19529" h="9513" extrusionOk="0">
                  <a:moveTo>
                    <a:pt x="9821" y="0"/>
                  </a:moveTo>
                  <a:cubicBezTo>
                    <a:pt x="9559" y="0"/>
                    <a:pt x="9297" y="92"/>
                    <a:pt x="9086" y="276"/>
                  </a:cubicBezTo>
                  <a:lnTo>
                    <a:pt x="531" y="7521"/>
                  </a:lnTo>
                  <a:cubicBezTo>
                    <a:pt x="61" y="7921"/>
                    <a:pt x="1" y="8626"/>
                    <a:pt x="395" y="9099"/>
                  </a:cubicBezTo>
                  <a:cubicBezTo>
                    <a:pt x="620" y="9369"/>
                    <a:pt x="942" y="9508"/>
                    <a:pt x="1266" y="9508"/>
                  </a:cubicBezTo>
                  <a:cubicBezTo>
                    <a:pt x="1525" y="9508"/>
                    <a:pt x="1785" y="9419"/>
                    <a:pt x="1997" y="9237"/>
                  </a:cubicBezTo>
                  <a:lnTo>
                    <a:pt x="9821" y="2622"/>
                  </a:lnTo>
                  <a:lnTo>
                    <a:pt x="17544" y="9240"/>
                  </a:lnTo>
                  <a:cubicBezTo>
                    <a:pt x="17759" y="9425"/>
                    <a:pt x="18019" y="9513"/>
                    <a:pt x="18278" y="9513"/>
                  </a:cubicBezTo>
                  <a:cubicBezTo>
                    <a:pt x="18661" y="9513"/>
                    <a:pt x="19039" y="9318"/>
                    <a:pt x="19252" y="8954"/>
                  </a:cubicBezTo>
                  <a:cubicBezTo>
                    <a:pt x="19529" y="8482"/>
                    <a:pt x="19430" y="7879"/>
                    <a:pt x="19014" y="7524"/>
                  </a:cubicBezTo>
                  <a:lnTo>
                    <a:pt x="10555" y="276"/>
                  </a:lnTo>
                  <a:cubicBezTo>
                    <a:pt x="10345" y="92"/>
                    <a:pt x="10083" y="0"/>
                    <a:pt x="98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80" name="Google Shape;2580;p42"/>
            <p:cNvSpPr/>
            <p:nvPr/>
          </p:nvSpPr>
          <p:spPr>
            <a:xfrm>
              <a:off x="6291025" y="1537700"/>
              <a:ext cx="369800" cy="379200"/>
            </a:xfrm>
            <a:custGeom>
              <a:avLst/>
              <a:gdLst/>
              <a:ahLst/>
              <a:cxnLst/>
              <a:rect l="l" t="t" r="r" b="b"/>
              <a:pathLst>
                <a:path w="14792" h="15168" extrusionOk="0">
                  <a:moveTo>
                    <a:pt x="9143" y="2671"/>
                  </a:moveTo>
                  <a:cubicBezTo>
                    <a:pt x="9453" y="2671"/>
                    <a:pt x="9706" y="2924"/>
                    <a:pt x="9706" y="3237"/>
                  </a:cubicBezTo>
                  <a:lnTo>
                    <a:pt x="9706" y="6625"/>
                  </a:lnTo>
                  <a:cubicBezTo>
                    <a:pt x="9706" y="6935"/>
                    <a:pt x="9453" y="7188"/>
                    <a:pt x="9143" y="7188"/>
                  </a:cubicBezTo>
                  <a:lnTo>
                    <a:pt x="5755" y="7188"/>
                  </a:lnTo>
                  <a:cubicBezTo>
                    <a:pt x="5442" y="7188"/>
                    <a:pt x="5189" y="6935"/>
                    <a:pt x="5189" y="6625"/>
                  </a:cubicBezTo>
                  <a:lnTo>
                    <a:pt x="5189" y="3237"/>
                  </a:lnTo>
                  <a:cubicBezTo>
                    <a:pt x="5189" y="2924"/>
                    <a:pt x="5442" y="2671"/>
                    <a:pt x="5755" y="2671"/>
                  </a:cubicBezTo>
                  <a:close/>
                  <a:moveTo>
                    <a:pt x="7448" y="0"/>
                  </a:moveTo>
                  <a:lnTo>
                    <a:pt x="4" y="6291"/>
                  </a:lnTo>
                  <a:lnTo>
                    <a:pt x="4" y="14605"/>
                  </a:lnTo>
                  <a:cubicBezTo>
                    <a:pt x="1" y="14913"/>
                    <a:pt x="254" y="15168"/>
                    <a:pt x="564" y="15168"/>
                  </a:cubicBezTo>
                  <a:cubicBezTo>
                    <a:pt x="566" y="15168"/>
                    <a:pt x="568" y="15168"/>
                    <a:pt x="570" y="15168"/>
                  </a:cubicBezTo>
                  <a:lnTo>
                    <a:pt x="4060" y="15168"/>
                  </a:lnTo>
                  <a:lnTo>
                    <a:pt x="4060" y="8883"/>
                  </a:lnTo>
                  <a:cubicBezTo>
                    <a:pt x="4060" y="8570"/>
                    <a:pt x="4313" y="8317"/>
                    <a:pt x="4626" y="8317"/>
                  </a:cubicBezTo>
                  <a:lnTo>
                    <a:pt x="10272" y="8317"/>
                  </a:lnTo>
                  <a:cubicBezTo>
                    <a:pt x="10582" y="8317"/>
                    <a:pt x="10835" y="8570"/>
                    <a:pt x="10835" y="8883"/>
                  </a:cubicBezTo>
                  <a:lnTo>
                    <a:pt x="10835" y="15168"/>
                  </a:lnTo>
                  <a:lnTo>
                    <a:pt x="14223" y="15168"/>
                  </a:lnTo>
                  <a:cubicBezTo>
                    <a:pt x="14225" y="15168"/>
                    <a:pt x="14227" y="15168"/>
                    <a:pt x="14228" y="15168"/>
                  </a:cubicBezTo>
                  <a:cubicBezTo>
                    <a:pt x="14539" y="15168"/>
                    <a:pt x="14792" y="14913"/>
                    <a:pt x="14789" y="14605"/>
                  </a:cubicBezTo>
                  <a:lnTo>
                    <a:pt x="14789" y="6291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581" name="Google Shape;2581;p42">
            <a:hlinkClick r:id="rId6" action="ppaction://hlinksldjump"/>
          </p:cNvPr>
          <p:cNvSpPr/>
          <p:nvPr/>
        </p:nvSpPr>
        <p:spPr>
          <a:xfrm>
            <a:off x="8016900" y="576463"/>
            <a:ext cx="490500" cy="4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7" name="Google Shape;2777;p48"/>
          <p:cNvGrpSpPr/>
          <p:nvPr/>
        </p:nvGrpSpPr>
        <p:grpSpPr>
          <a:xfrm>
            <a:off x="5432820" y="489790"/>
            <a:ext cx="2457126" cy="2081961"/>
            <a:chOff x="-52968" y="561825"/>
            <a:chExt cx="3179100" cy="2693700"/>
          </a:xfrm>
        </p:grpSpPr>
        <p:sp>
          <p:nvSpPr>
            <p:cNvPr id="2778" name="Google Shape;2778;p48"/>
            <p:cNvSpPr/>
            <p:nvPr/>
          </p:nvSpPr>
          <p:spPr>
            <a:xfrm>
              <a:off x="-52968" y="561825"/>
              <a:ext cx="3179100" cy="26937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79" name="Google Shape;2779;p48"/>
            <p:cNvCxnSpPr/>
            <p:nvPr/>
          </p:nvCxnSpPr>
          <p:spPr>
            <a:xfrm>
              <a:off x="-48325" y="2977669"/>
              <a:ext cx="3174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0" name="Google Shape;2780;p48"/>
            <p:cNvCxnSpPr/>
            <p:nvPr/>
          </p:nvCxnSpPr>
          <p:spPr>
            <a:xfrm>
              <a:off x="-48325" y="883412"/>
              <a:ext cx="3174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781" name="Google Shape;2781;p48"/>
            <p:cNvGrpSpPr/>
            <p:nvPr/>
          </p:nvGrpSpPr>
          <p:grpSpPr>
            <a:xfrm>
              <a:off x="25222" y="649946"/>
              <a:ext cx="415800" cy="111000"/>
              <a:chOff x="711022" y="726146"/>
              <a:chExt cx="415800" cy="111000"/>
            </a:xfrm>
          </p:grpSpPr>
          <p:sp>
            <p:nvSpPr>
              <p:cNvPr id="2782" name="Google Shape;2782;p48"/>
              <p:cNvSpPr/>
              <p:nvPr/>
            </p:nvSpPr>
            <p:spPr>
              <a:xfrm>
                <a:off x="7110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Google Shape;2783;p48"/>
              <p:cNvSpPr/>
              <p:nvPr/>
            </p:nvSpPr>
            <p:spPr>
              <a:xfrm>
                <a:off x="8634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Google Shape;2784;p48"/>
              <p:cNvSpPr/>
              <p:nvPr/>
            </p:nvSpPr>
            <p:spPr>
              <a:xfrm>
                <a:off x="10158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85" name="Google Shape;2785;p48"/>
          <p:cNvGrpSpPr/>
          <p:nvPr/>
        </p:nvGrpSpPr>
        <p:grpSpPr>
          <a:xfrm>
            <a:off x="995303" y="2008341"/>
            <a:ext cx="4955601" cy="2590326"/>
            <a:chOff x="3094675" y="2008341"/>
            <a:chExt cx="4955601" cy="2590326"/>
          </a:xfrm>
        </p:grpSpPr>
        <p:grpSp>
          <p:nvGrpSpPr>
            <p:cNvPr id="2786" name="Google Shape;2786;p48"/>
            <p:cNvGrpSpPr/>
            <p:nvPr/>
          </p:nvGrpSpPr>
          <p:grpSpPr>
            <a:xfrm>
              <a:off x="3094675" y="2008341"/>
              <a:ext cx="4955601" cy="2590326"/>
              <a:chOff x="512550" y="529925"/>
              <a:chExt cx="8130600" cy="4187400"/>
            </a:xfrm>
          </p:grpSpPr>
          <p:grpSp>
            <p:nvGrpSpPr>
              <p:cNvPr id="2787" name="Google Shape;2787;p48"/>
              <p:cNvGrpSpPr/>
              <p:nvPr/>
            </p:nvGrpSpPr>
            <p:grpSpPr>
              <a:xfrm>
                <a:off x="512550" y="529925"/>
                <a:ext cx="8130600" cy="4187400"/>
                <a:chOff x="512550" y="529925"/>
                <a:chExt cx="8130600" cy="4187400"/>
              </a:xfrm>
            </p:grpSpPr>
            <p:sp>
              <p:nvSpPr>
                <p:cNvPr id="2788" name="Google Shape;2788;p48"/>
                <p:cNvSpPr/>
                <p:nvPr/>
              </p:nvSpPr>
              <p:spPr>
                <a:xfrm>
                  <a:off x="512550" y="529925"/>
                  <a:ext cx="8130600" cy="4187400"/>
                </a:xfrm>
                <a:prstGeom prst="rect">
                  <a:avLst/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789" name="Google Shape;2789;p48"/>
                <p:cNvCxnSpPr/>
                <p:nvPr/>
              </p:nvCxnSpPr>
              <p:spPr>
                <a:xfrm>
                  <a:off x="524425" y="1029828"/>
                  <a:ext cx="81186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2790" name="Google Shape;2790;p48"/>
              <p:cNvCxnSpPr/>
              <p:nvPr/>
            </p:nvCxnSpPr>
            <p:spPr>
              <a:xfrm>
                <a:off x="524425" y="4522222"/>
                <a:ext cx="81186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791" name="Google Shape;2791;p48"/>
            <p:cNvGrpSpPr/>
            <p:nvPr/>
          </p:nvGrpSpPr>
          <p:grpSpPr>
            <a:xfrm>
              <a:off x="3247080" y="2082414"/>
              <a:ext cx="415800" cy="111000"/>
              <a:chOff x="3676097" y="2357196"/>
              <a:chExt cx="415800" cy="111000"/>
            </a:xfrm>
          </p:grpSpPr>
          <p:sp>
            <p:nvSpPr>
              <p:cNvPr id="2792" name="Google Shape;2792;p48"/>
              <p:cNvSpPr/>
              <p:nvPr/>
            </p:nvSpPr>
            <p:spPr>
              <a:xfrm>
                <a:off x="3676097" y="235719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Google Shape;2793;p48"/>
              <p:cNvSpPr/>
              <p:nvPr/>
            </p:nvSpPr>
            <p:spPr>
              <a:xfrm>
                <a:off x="3828497" y="235719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Google Shape;2794;p48"/>
              <p:cNvSpPr/>
              <p:nvPr/>
            </p:nvSpPr>
            <p:spPr>
              <a:xfrm>
                <a:off x="3980897" y="235719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795" name="Google Shape;2795;p48"/>
          <p:cNvSpPr txBox="1">
            <a:spLocks noGrp="1"/>
          </p:cNvSpPr>
          <p:nvPr>
            <p:ph type="title"/>
          </p:nvPr>
        </p:nvSpPr>
        <p:spPr>
          <a:xfrm flipH="1">
            <a:off x="1002541" y="2960150"/>
            <a:ext cx="4955700" cy="104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Paired Sample</a:t>
            </a:r>
            <a:br>
              <a:rPr lang="en" sz="3200" dirty="0"/>
            </a:br>
            <a:r>
              <a:rPr lang="en" sz="3200" dirty="0"/>
              <a:t>T – T</a:t>
            </a:r>
            <a:r>
              <a:rPr lang="en-ID" sz="3200" dirty="0"/>
              <a:t>e</a:t>
            </a:r>
            <a:r>
              <a:rPr lang="en" sz="3200" dirty="0"/>
              <a:t>st </a:t>
            </a:r>
            <a:endParaRPr sz="3200" dirty="0"/>
          </a:p>
        </p:txBody>
      </p:sp>
      <p:sp>
        <p:nvSpPr>
          <p:cNvPr id="2796" name="Google Shape;2796;p48"/>
          <p:cNvSpPr txBox="1">
            <a:spLocks noGrp="1"/>
          </p:cNvSpPr>
          <p:nvPr>
            <p:ph type="title" idx="2"/>
          </p:nvPr>
        </p:nvSpPr>
        <p:spPr>
          <a:xfrm flipH="1">
            <a:off x="5272375" y="958825"/>
            <a:ext cx="2778000" cy="114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5" name="Google Shape;2955;p52"/>
          <p:cNvSpPr txBox="1">
            <a:spLocks noGrp="1"/>
          </p:cNvSpPr>
          <p:nvPr>
            <p:ph type="title"/>
          </p:nvPr>
        </p:nvSpPr>
        <p:spPr>
          <a:xfrm>
            <a:off x="1147538" y="1304326"/>
            <a:ext cx="6942738" cy="14588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Uji – t berpasangan (paired t-test) adalah metode untuk menguji hipotesis dimana data yang digunakan tidak independen (berpasangan). </a:t>
            </a:r>
            <a:r>
              <a:rPr lang="en-ID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</a:t>
            </a:r>
            <a:r>
              <a:rPr lang="e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ada kasus berpasangan, karakteristik yang paling banyak ditemukan adalah satu individu (subjek) yang menjalani 2 perlakuan berbeda. </a:t>
            </a:r>
            <a:r>
              <a:rPr lang="en-ID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</a:t>
            </a:r>
            <a:r>
              <a:rPr lang="e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alaupun peneliti menggunakan individu yang sama, namun tetap diperoleh dua jenis data sampel yaitu data dari perlakuan pertama dan data dari perlakuan kedua.</a:t>
            </a:r>
            <a:endParaRPr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956" name="Google Shape;2956;p52"/>
          <p:cNvSpPr/>
          <p:nvPr/>
        </p:nvSpPr>
        <p:spPr>
          <a:xfrm>
            <a:off x="8239125" y="1145926"/>
            <a:ext cx="784200" cy="7842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7" name="Google Shape;2957;p52"/>
          <p:cNvSpPr txBox="1">
            <a:spLocks noGrp="1"/>
          </p:cNvSpPr>
          <p:nvPr>
            <p:ph type="ctrTitle" idx="4294967295"/>
          </p:nvPr>
        </p:nvSpPr>
        <p:spPr>
          <a:xfrm>
            <a:off x="8239125" y="1304326"/>
            <a:ext cx="784200" cy="46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Lato"/>
                <a:ea typeface="Lato"/>
                <a:cs typeface="Lato"/>
                <a:sym typeface="Lato"/>
              </a:rPr>
              <a:t>01</a:t>
            </a:r>
            <a:endParaRPr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958" name="Google Shape;2958;p52"/>
          <p:cNvGrpSpPr/>
          <p:nvPr/>
        </p:nvGrpSpPr>
        <p:grpSpPr>
          <a:xfrm>
            <a:off x="8090276" y="611286"/>
            <a:ext cx="343759" cy="339271"/>
            <a:chOff x="6232000" y="1435050"/>
            <a:chExt cx="488225" cy="481850"/>
          </a:xfrm>
        </p:grpSpPr>
        <p:sp>
          <p:nvSpPr>
            <p:cNvPr id="2959" name="Google Shape;2959;p52"/>
            <p:cNvSpPr/>
            <p:nvPr/>
          </p:nvSpPr>
          <p:spPr>
            <a:xfrm>
              <a:off x="6578000" y="1463375"/>
              <a:ext cx="83150" cy="78250"/>
            </a:xfrm>
            <a:custGeom>
              <a:avLst/>
              <a:gdLst/>
              <a:ahLst/>
              <a:cxnLst/>
              <a:rect l="l" t="t" r="r" b="b"/>
              <a:pathLst>
                <a:path w="3326" h="3130" extrusionOk="0">
                  <a:moveTo>
                    <a:pt x="482" y="1"/>
                  </a:moveTo>
                  <a:cubicBezTo>
                    <a:pt x="280" y="1"/>
                    <a:pt x="95" y="114"/>
                    <a:pt x="1" y="293"/>
                  </a:cubicBezTo>
                  <a:lnTo>
                    <a:pt x="3322" y="3130"/>
                  </a:lnTo>
                  <a:lnTo>
                    <a:pt x="3322" y="564"/>
                  </a:lnTo>
                  <a:cubicBezTo>
                    <a:pt x="3325" y="253"/>
                    <a:pt x="3072" y="1"/>
                    <a:pt x="2761" y="1"/>
                  </a:cubicBezTo>
                  <a:cubicBezTo>
                    <a:pt x="2760" y="1"/>
                    <a:pt x="2758" y="1"/>
                    <a:pt x="2756" y="1"/>
                  </a:cubicBezTo>
                  <a:lnTo>
                    <a:pt x="497" y="1"/>
                  </a:lnTo>
                  <a:cubicBezTo>
                    <a:pt x="492" y="1"/>
                    <a:pt x="487" y="1"/>
                    <a:pt x="4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60" name="Google Shape;2960;p52"/>
            <p:cNvSpPr/>
            <p:nvPr/>
          </p:nvSpPr>
          <p:spPr>
            <a:xfrm>
              <a:off x="6421725" y="1773850"/>
              <a:ext cx="112950" cy="143050"/>
            </a:xfrm>
            <a:custGeom>
              <a:avLst/>
              <a:gdLst/>
              <a:ahLst/>
              <a:cxnLst/>
              <a:rect l="l" t="t" r="r" b="b"/>
              <a:pathLst>
                <a:path w="4518" h="5722" extrusionOk="0">
                  <a:moveTo>
                    <a:pt x="2822" y="1130"/>
                  </a:moveTo>
                  <a:cubicBezTo>
                    <a:pt x="3325" y="1130"/>
                    <a:pt x="3578" y="1738"/>
                    <a:pt x="3222" y="2093"/>
                  </a:cubicBezTo>
                  <a:cubicBezTo>
                    <a:pt x="3106" y="2209"/>
                    <a:pt x="2964" y="2260"/>
                    <a:pt x="2825" y="2260"/>
                  </a:cubicBezTo>
                  <a:cubicBezTo>
                    <a:pt x="2535" y="2260"/>
                    <a:pt x="2259" y="2036"/>
                    <a:pt x="2259" y="1696"/>
                  </a:cubicBezTo>
                  <a:cubicBezTo>
                    <a:pt x="2259" y="1383"/>
                    <a:pt x="2509" y="1130"/>
                    <a:pt x="2822" y="1130"/>
                  </a:cubicBezTo>
                  <a:close/>
                  <a:moveTo>
                    <a:pt x="0" y="1"/>
                  </a:moveTo>
                  <a:lnTo>
                    <a:pt x="0" y="5722"/>
                  </a:lnTo>
                  <a:lnTo>
                    <a:pt x="4517" y="5722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61" name="Google Shape;2961;p52"/>
            <p:cNvSpPr/>
            <p:nvPr/>
          </p:nvSpPr>
          <p:spPr>
            <a:xfrm>
              <a:off x="6448975" y="1632700"/>
              <a:ext cx="56475" cy="56475"/>
            </a:xfrm>
            <a:custGeom>
              <a:avLst/>
              <a:gdLst/>
              <a:ahLst/>
              <a:cxnLst/>
              <a:rect l="l" t="t" r="r" b="b"/>
              <a:pathLst>
                <a:path w="2259" h="2259" extrusionOk="0">
                  <a:moveTo>
                    <a:pt x="0" y="0"/>
                  </a:moveTo>
                  <a:lnTo>
                    <a:pt x="0" y="2259"/>
                  </a:lnTo>
                  <a:lnTo>
                    <a:pt x="2259" y="2259"/>
                  </a:lnTo>
                  <a:lnTo>
                    <a:pt x="22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62" name="Google Shape;2962;p52"/>
            <p:cNvSpPr/>
            <p:nvPr/>
          </p:nvSpPr>
          <p:spPr>
            <a:xfrm>
              <a:off x="6232000" y="1435050"/>
              <a:ext cx="488225" cy="237825"/>
            </a:xfrm>
            <a:custGeom>
              <a:avLst/>
              <a:gdLst/>
              <a:ahLst/>
              <a:cxnLst/>
              <a:rect l="l" t="t" r="r" b="b"/>
              <a:pathLst>
                <a:path w="19529" h="9513" extrusionOk="0">
                  <a:moveTo>
                    <a:pt x="9821" y="0"/>
                  </a:moveTo>
                  <a:cubicBezTo>
                    <a:pt x="9559" y="0"/>
                    <a:pt x="9297" y="92"/>
                    <a:pt x="9086" y="276"/>
                  </a:cubicBezTo>
                  <a:lnTo>
                    <a:pt x="531" y="7521"/>
                  </a:lnTo>
                  <a:cubicBezTo>
                    <a:pt x="61" y="7921"/>
                    <a:pt x="1" y="8626"/>
                    <a:pt x="395" y="9099"/>
                  </a:cubicBezTo>
                  <a:cubicBezTo>
                    <a:pt x="620" y="9369"/>
                    <a:pt x="942" y="9508"/>
                    <a:pt x="1266" y="9508"/>
                  </a:cubicBezTo>
                  <a:cubicBezTo>
                    <a:pt x="1525" y="9508"/>
                    <a:pt x="1785" y="9419"/>
                    <a:pt x="1997" y="9237"/>
                  </a:cubicBezTo>
                  <a:lnTo>
                    <a:pt x="9821" y="2622"/>
                  </a:lnTo>
                  <a:lnTo>
                    <a:pt x="17544" y="9240"/>
                  </a:lnTo>
                  <a:cubicBezTo>
                    <a:pt x="17759" y="9425"/>
                    <a:pt x="18019" y="9513"/>
                    <a:pt x="18278" y="9513"/>
                  </a:cubicBezTo>
                  <a:cubicBezTo>
                    <a:pt x="18661" y="9513"/>
                    <a:pt x="19039" y="9318"/>
                    <a:pt x="19252" y="8954"/>
                  </a:cubicBezTo>
                  <a:cubicBezTo>
                    <a:pt x="19529" y="8482"/>
                    <a:pt x="19430" y="7879"/>
                    <a:pt x="19014" y="7524"/>
                  </a:cubicBezTo>
                  <a:lnTo>
                    <a:pt x="10555" y="276"/>
                  </a:lnTo>
                  <a:cubicBezTo>
                    <a:pt x="10345" y="92"/>
                    <a:pt x="10083" y="0"/>
                    <a:pt x="98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63" name="Google Shape;2963;p52"/>
            <p:cNvSpPr/>
            <p:nvPr/>
          </p:nvSpPr>
          <p:spPr>
            <a:xfrm>
              <a:off x="6291025" y="1537700"/>
              <a:ext cx="369800" cy="379200"/>
            </a:xfrm>
            <a:custGeom>
              <a:avLst/>
              <a:gdLst/>
              <a:ahLst/>
              <a:cxnLst/>
              <a:rect l="l" t="t" r="r" b="b"/>
              <a:pathLst>
                <a:path w="14792" h="15168" extrusionOk="0">
                  <a:moveTo>
                    <a:pt x="9143" y="2671"/>
                  </a:moveTo>
                  <a:cubicBezTo>
                    <a:pt x="9453" y="2671"/>
                    <a:pt x="9706" y="2924"/>
                    <a:pt x="9706" y="3237"/>
                  </a:cubicBezTo>
                  <a:lnTo>
                    <a:pt x="9706" y="6625"/>
                  </a:lnTo>
                  <a:cubicBezTo>
                    <a:pt x="9706" y="6935"/>
                    <a:pt x="9453" y="7188"/>
                    <a:pt x="9143" y="7188"/>
                  </a:cubicBezTo>
                  <a:lnTo>
                    <a:pt x="5755" y="7188"/>
                  </a:lnTo>
                  <a:cubicBezTo>
                    <a:pt x="5442" y="7188"/>
                    <a:pt x="5189" y="6935"/>
                    <a:pt x="5189" y="6625"/>
                  </a:cubicBezTo>
                  <a:lnTo>
                    <a:pt x="5189" y="3237"/>
                  </a:lnTo>
                  <a:cubicBezTo>
                    <a:pt x="5189" y="2924"/>
                    <a:pt x="5442" y="2671"/>
                    <a:pt x="5755" y="2671"/>
                  </a:cubicBezTo>
                  <a:close/>
                  <a:moveTo>
                    <a:pt x="7448" y="0"/>
                  </a:moveTo>
                  <a:lnTo>
                    <a:pt x="4" y="6291"/>
                  </a:lnTo>
                  <a:lnTo>
                    <a:pt x="4" y="14605"/>
                  </a:lnTo>
                  <a:cubicBezTo>
                    <a:pt x="1" y="14913"/>
                    <a:pt x="254" y="15168"/>
                    <a:pt x="564" y="15168"/>
                  </a:cubicBezTo>
                  <a:cubicBezTo>
                    <a:pt x="566" y="15168"/>
                    <a:pt x="568" y="15168"/>
                    <a:pt x="570" y="15168"/>
                  </a:cubicBezTo>
                  <a:lnTo>
                    <a:pt x="4060" y="15168"/>
                  </a:lnTo>
                  <a:lnTo>
                    <a:pt x="4060" y="8883"/>
                  </a:lnTo>
                  <a:cubicBezTo>
                    <a:pt x="4060" y="8570"/>
                    <a:pt x="4313" y="8317"/>
                    <a:pt x="4626" y="8317"/>
                  </a:cubicBezTo>
                  <a:lnTo>
                    <a:pt x="10272" y="8317"/>
                  </a:lnTo>
                  <a:cubicBezTo>
                    <a:pt x="10582" y="8317"/>
                    <a:pt x="10835" y="8570"/>
                    <a:pt x="10835" y="8883"/>
                  </a:cubicBezTo>
                  <a:lnTo>
                    <a:pt x="10835" y="15168"/>
                  </a:lnTo>
                  <a:lnTo>
                    <a:pt x="14223" y="15168"/>
                  </a:lnTo>
                  <a:cubicBezTo>
                    <a:pt x="14225" y="15168"/>
                    <a:pt x="14227" y="15168"/>
                    <a:pt x="14228" y="15168"/>
                  </a:cubicBezTo>
                  <a:cubicBezTo>
                    <a:pt x="14539" y="15168"/>
                    <a:pt x="14792" y="14913"/>
                    <a:pt x="14789" y="14605"/>
                  </a:cubicBezTo>
                  <a:lnTo>
                    <a:pt x="14789" y="6291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964" name="Google Shape;2964;p52">
            <a:hlinkClick r:id="rId3" action="ppaction://hlinksldjump"/>
          </p:cNvPr>
          <p:cNvSpPr/>
          <p:nvPr/>
        </p:nvSpPr>
        <p:spPr>
          <a:xfrm>
            <a:off x="8016900" y="576463"/>
            <a:ext cx="490500" cy="4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671;p45">
            <a:extLst>
              <a:ext uri="{FF2B5EF4-FFF2-40B4-BE49-F238E27FC236}">
                <a16:creationId xmlns:a16="http://schemas.microsoft.com/office/drawing/2014/main" id="{8C44D49E-BA7D-F1A6-30C1-6EF3E2690B8B}"/>
              </a:ext>
            </a:extLst>
          </p:cNvPr>
          <p:cNvSpPr txBox="1">
            <a:spLocks/>
          </p:cNvSpPr>
          <p:nvPr/>
        </p:nvSpPr>
        <p:spPr>
          <a:xfrm>
            <a:off x="1758850" y="529657"/>
            <a:ext cx="5626200" cy="576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 Black"/>
              <a:buNone/>
              <a:defRPr sz="100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-ID" sz="3000" dirty="0"/>
              <a:t>DASAR TEORI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0504C36-7316-758A-205C-3C5A6D647B30}"/>
                  </a:ext>
                </a:extLst>
              </p:cNvPr>
              <p:cNvSpPr txBox="1"/>
              <p:nvPr/>
            </p:nvSpPr>
            <p:spPr>
              <a:xfrm>
                <a:off x="1564662" y="2763215"/>
                <a:ext cx="6942738" cy="1708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Hipotesis </a:t>
                </a:r>
                <a:r>
                  <a:rPr lang="en-US" sz="15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dari</a:t>
                </a:r>
                <a:r>
                  <a:rPr lang="en-US" sz="15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15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kasus</a:t>
                </a:r>
                <a:r>
                  <a:rPr lang="en-US" sz="15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15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ini</a:t>
                </a:r>
                <a:r>
                  <a:rPr lang="en-US" sz="15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15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dapat</a:t>
                </a:r>
                <a:r>
                  <a:rPr lang="en-US" sz="15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15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ditulis</a:t>
                </a:r>
                <a:r>
                  <a:rPr lang="en-US" sz="15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:</a:t>
                </a:r>
              </a:p>
              <a:p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ato" panose="020F0502020204030203" pitchFamily="34" charset="0"/>
                            </a:rPr>
                            <m:t>𝜇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ato" panose="020F0502020204030203" pitchFamily="34" charset="0"/>
                            </a:rPr>
                            <m:t>𝜇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=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0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 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𝑎𝑡𝑎𝑢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ato" panose="020F0502020204030203" pitchFamily="34" charset="0"/>
                            </a:rPr>
                            <m:t>𝜇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ato" panose="020F0502020204030203" pitchFamily="34" charset="0"/>
                            </a:rPr>
                            <m:t>𝜇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 </m:t>
                      </m:r>
                    </m:oMath>
                  </m:oMathPara>
                </a14:m>
                <a:endParaRPr lang="en-US" sz="1600" b="0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𝑎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ato" panose="020F0502020204030203" pitchFamily="34" charset="0"/>
                            </a:rPr>
                            <m:t>𝜇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ato" panose="020F0502020204030203" pitchFamily="34" charset="0"/>
                            </a:rPr>
                            <m:t>𝜇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≠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0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 ≠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ato" panose="020F0502020204030203" pitchFamily="34" charset="0"/>
                        </a:rPr>
                        <m:t>𝑎𝑡𝑎𝑢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ato" panose="020F0502020204030203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ato" panose="020F0502020204030203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ato" panose="020F0502020204030203" pitchFamily="34" charset="0"/>
                            </a:rPr>
                            <m:t>𝜇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ato" panose="020F050202020403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ato" panose="020F0502020204030203" pitchFamily="34" charset="0"/>
                        </a:rPr>
                        <m:t>≠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ato" panose="020F0502020204030203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ato" panose="020F0502020204030203" pitchFamily="34" charset="0"/>
                            </a:rPr>
                            <m:t>𝜇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ato" panose="020F0502020204030203" pitchFamily="3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500" b="0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endParaRPr lang="en-US" sz="1500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sSubPr>
                      <m:e>
                        <m:r>
                          <a:rPr lang="en-US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𝐻</m:t>
                        </m:r>
                      </m:e>
                      <m:sub>
                        <m:r>
                          <a:rPr lang="en-US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𝑎</m:t>
                        </m:r>
                        <m:r>
                          <a:rPr lang="en-US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1500" b="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berarti</a:t>
                </a:r>
                <a:r>
                  <a:rPr lang="en-US" sz="1500" b="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1500" b="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bahwa</a:t>
                </a:r>
                <a:r>
                  <a:rPr lang="en-US" sz="1500" b="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1500" b="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selisih</a:t>
                </a:r>
                <a:r>
                  <a:rPr lang="en-US" sz="1500" b="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1500" b="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sebenarnya</a:t>
                </a:r>
                <a:r>
                  <a:rPr lang="en-US" sz="1500" b="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1500" b="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dari</a:t>
                </a:r>
                <a:r>
                  <a:rPr lang="en-US" sz="1500" b="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1500" b="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kedua</a:t>
                </a:r>
                <a:r>
                  <a:rPr lang="en-US" sz="1500" b="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rata-rata </a:t>
                </a:r>
                <a:r>
                  <a:rPr lang="en-US" sz="1500" b="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tidak</a:t>
                </a:r>
                <a:r>
                  <a:rPr lang="en-US" sz="1500" b="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1500" b="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sama</a:t>
                </a:r>
                <a:r>
                  <a:rPr lang="en-US" sz="1500" b="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US" sz="1500" b="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dengan</a:t>
                </a:r>
                <a:r>
                  <a:rPr lang="en-US" sz="1500" b="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nol.</a:t>
                </a:r>
              </a:p>
              <a:p>
                <a:endParaRPr lang="en-ID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0504C36-7316-758A-205C-3C5A6D647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4662" y="2763215"/>
                <a:ext cx="6942738" cy="1708160"/>
              </a:xfrm>
              <a:prstGeom prst="rect">
                <a:avLst/>
              </a:prstGeom>
              <a:blipFill>
                <a:blip r:embed="rId4"/>
                <a:stretch>
                  <a:fillRect l="-351" t="-35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8" name="Google Shape;2928;p51"/>
          <p:cNvGrpSpPr/>
          <p:nvPr/>
        </p:nvGrpSpPr>
        <p:grpSpPr>
          <a:xfrm>
            <a:off x="8090276" y="611286"/>
            <a:ext cx="343759" cy="339271"/>
            <a:chOff x="6232000" y="1435050"/>
            <a:chExt cx="488225" cy="481850"/>
          </a:xfrm>
        </p:grpSpPr>
        <p:sp>
          <p:nvSpPr>
            <p:cNvPr id="2929" name="Google Shape;2929;p51"/>
            <p:cNvSpPr/>
            <p:nvPr/>
          </p:nvSpPr>
          <p:spPr>
            <a:xfrm>
              <a:off x="6578000" y="1463375"/>
              <a:ext cx="83150" cy="78250"/>
            </a:xfrm>
            <a:custGeom>
              <a:avLst/>
              <a:gdLst/>
              <a:ahLst/>
              <a:cxnLst/>
              <a:rect l="l" t="t" r="r" b="b"/>
              <a:pathLst>
                <a:path w="3326" h="3130" extrusionOk="0">
                  <a:moveTo>
                    <a:pt x="482" y="1"/>
                  </a:moveTo>
                  <a:cubicBezTo>
                    <a:pt x="280" y="1"/>
                    <a:pt x="95" y="114"/>
                    <a:pt x="1" y="293"/>
                  </a:cubicBezTo>
                  <a:lnTo>
                    <a:pt x="3322" y="3130"/>
                  </a:lnTo>
                  <a:lnTo>
                    <a:pt x="3322" y="564"/>
                  </a:lnTo>
                  <a:cubicBezTo>
                    <a:pt x="3325" y="253"/>
                    <a:pt x="3072" y="1"/>
                    <a:pt x="2761" y="1"/>
                  </a:cubicBezTo>
                  <a:cubicBezTo>
                    <a:pt x="2760" y="1"/>
                    <a:pt x="2758" y="1"/>
                    <a:pt x="2756" y="1"/>
                  </a:cubicBezTo>
                  <a:lnTo>
                    <a:pt x="497" y="1"/>
                  </a:lnTo>
                  <a:cubicBezTo>
                    <a:pt x="492" y="1"/>
                    <a:pt x="487" y="1"/>
                    <a:pt x="4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30" name="Google Shape;2930;p51"/>
            <p:cNvSpPr/>
            <p:nvPr/>
          </p:nvSpPr>
          <p:spPr>
            <a:xfrm>
              <a:off x="6421725" y="1773850"/>
              <a:ext cx="112950" cy="143050"/>
            </a:xfrm>
            <a:custGeom>
              <a:avLst/>
              <a:gdLst/>
              <a:ahLst/>
              <a:cxnLst/>
              <a:rect l="l" t="t" r="r" b="b"/>
              <a:pathLst>
                <a:path w="4518" h="5722" extrusionOk="0">
                  <a:moveTo>
                    <a:pt x="2822" y="1130"/>
                  </a:moveTo>
                  <a:cubicBezTo>
                    <a:pt x="3325" y="1130"/>
                    <a:pt x="3578" y="1738"/>
                    <a:pt x="3222" y="2093"/>
                  </a:cubicBezTo>
                  <a:cubicBezTo>
                    <a:pt x="3106" y="2209"/>
                    <a:pt x="2964" y="2260"/>
                    <a:pt x="2825" y="2260"/>
                  </a:cubicBezTo>
                  <a:cubicBezTo>
                    <a:pt x="2535" y="2260"/>
                    <a:pt x="2259" y="2036"/>
                    <a:pt x="2259" y="1696"/>
                  </a:cubicBezTo>
                  <a:cubicBezTo>
                    <a:pt x="2259" y="1383"/>
                    <a:pt x="2509" y="1130"/>
                    <a:pt x="2822" y="1130"/>
                  </a:cubicBezTo>
                  <a:close/>
                  <a:moveTo>
                    <a:pt x="0" y="1"/>
                  </a:moveTo>
                  <a:lnTo>
                    <a:pt x="0" y="5722"/>
                  </a:lnTo>
                  <a:lnTo>
                    <a:pt x="4517" y="5722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31" name="Google Shape;2931;p51"/>
            <p:cNvSpPr/>
            <p:nvPr/>
          </p:nvSpPr>
          <p:spPr>
            <a:xfrm>
              <a:off x="6448975" y="1632700"/>
              <a:ext cx="56475" cy="56475"/>
            </a:xfrm>
            <a:custGeom>
              <a:avLst/>
              <a:gdLst/>
              <a:ahLst/>
              <a:cxnLst/>
              <a:rect l="l" t="t" r="r" b="b"/>
              <a:pathLst>
                <a:path w="2259" h="2259" extrusionOk="0">
                  <a:moveTo>
                    <a:pt x="0" y="0"/>
                  </a:moveTo>
                  <a:lnTo>
                    <a:pt x="0" y="2259"/>
                  </a:lnTo>
                  <a:lnTo>
                    <a:pt x="2259" y="2259"/>
                  </a:lnTo>
                  <a:lnTo>
                    <a:pt x="22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32" name="Google Shape;2932;p51"/>
            <p:cNvSpPr/>
            <p:nvPr/>
          </p:nvSpPr>
          <p:spPr>
            <a:xfrm>
              <a:off x="6232000" y="1435050"/>
              <a:ext cx="488225" cy="237825"/>
            </a:xfrm>
            <a:custGeom>
              <a:avLst/>
              <a:gdLst/>
              <a:ahLst/>
              <a:cxnLst/>
              <a:rect l="l" t="t" r="r" b="b"/>
              <a:pathLst>
                <a:path w="19529" h="9513" extrusionOk="0">
                  <a:moveTo>
                    <a:pt x="9821" y="0"/>
                  </a:moveTo>
                  <a:cubicBezTo>
                    <a:pt x="9559" y="0"/>
                    <a:pt x="9297" y="92"/>
                    <a:pt x="9086" y="276"/>
                  </a:cubicBezTo>
                  <a:lnTo>
                    <a:pt x="531" y="7521"/>
                  </a:lnTo>
                  <a:cubicBezTo>
                    <a:pt x="61" y="7921"/>
                    <a:pt x="1" y="8626"/>
                    <a:pt x="395" y="9099"/>
                  </a:cubicBezTo>
                  <a:cubicBezTo>
                    <a:pt x="620" y="9369"/>
                    <a:pt x="942" y="9508"/>
                    <a:pt x="1266" y="9508"/>
                  </a:cubicBezTo>
                  <a:cubicBezTo>
                    <a:pt x="1525" y="9508"/>
                    <a:pt x="1785" y="9419"/>
                    <a:pt x="1997" y="9237"/>
                  </a:cubicBezTo>
                  <a:lnTo>
                    <a:pt x="9821" y="2622"/>
                  </a:lnTo>
                  <a:lnTo>
                    <a:pt x="17544" y="9240"/>
                  </a:lnTo>
                  <a:cubicBezTo>
                    <a:pt x="17759" y="9425"/>
                    <a:pt x="18019" y="9513"/>
                    <a:pt x="18278" y="9513"/>
                  </a:cubicBezTo>
                  <a:cubicBezTo>
                    <a:pt x="18661" y="9513"/>
                    <a:pt x="19039" y="9318"/>
                    <a:pt x="19252" y="8954"/>
                  </a:cubicBezTo>
                  <a:cubicBezTo>
                    <a:pt x="19529" y="8482"/>
                    <a:pt x="19430" y="7879"/>
                    <a:pt x="19014" y="7524"/>
                  </a:cubicBezTo>
                  <a:lnTo>
                    <a:pt x="10555" y="276"/>
                  </a:lnTo>
                  <a:cubicBezTo>
                    <a:pt x="10345" y="92"/>
                    <a:pt x="10083" y="0"/>
                    <a:pt x="98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33" name="Google Shape;2933;p51"/>
            <p:cNvSpPr/>
            <p:nvPr/>
          </p:nvSpPr>
          <p:spPr>
            <a:xfrm>
              <a:off x="6291025" y="1537700"/>
              <a:ext cx="369800" cy="379200"/>
            </a:xfrm>
            <a:custGeom>
              <a:avLst/>
              <a:gdLst/>
              <a:ahLst/>
              <a:cxnLst/>
              <a:rect l="l" t="t" r="r" b="b"/>
              <a:pathLst>
                <a:path w="14792" h="15168" extrusionOk="0">
                  <a:moveTo>
                    <a:pt x="9143" y="2671"/>
                  </a:moveTo>
                  <a:cubicBezTo>
                    <a:pt x="9453" y="2671"/>
                    <a:pt x="9706" y="2924"/>
                    <a:pt x="9706" y="3237"/>
                  </a:cubicBezTo>
                  <a:lnTo>
                    <a:pt x="9706" y="6625"/>
                  </a:lnTo>
                  <a:cubicBezTo>
                    <a:pt x="9706" y="6935"/>
                    <a:pt x="9453" y="7188"/>
                    <a:pt x="9143" y="7188"/>
                  </a:cubicBezTo>
                  <a:lnTo>
                    <a:pt x="5755" y="7188"/>
                  </a:lnTo>
                  <a:cubicBezTo>
                    <a:pt x="5442" y="7188"/>
                    <a:pt x="5189" y="6935"/>
                    <a:pt x="5189" y="6625"/>
                  </a:cubicBezTo>
                  <a:lnTo>
                    <a:pt x="5189" y="3237"/>
                  </a:lnTo>
                  <a:cubicBezTo>
                    <a:pt x="5189" y="2924"/>
                    <a:pt x="5442" y="2671"/>
                    <a:pt x="5755" y="2671"/>
                  </a:cubicBezTo>
                  <a:close/>
                  <a:moveTo>
                    <a:pt x="7448" y="0"/>
                  </a:moveTo>
                  <a:lnTo>
                    <a:pt x="4" y="6291"/>
                  </a:lnTo>
                  <a:lnTo>
                    <a:pt x="4" y="14605"/>
                  </a:lnTo>
                  <a:cubicBezTo>
                    <a:pt x="1" y="14913"/>
                    <a:pt x="254" y="15168"/>
                    <a:pt x="564" y="15168"/>
                  </a:cubicBezTo>
                  <a:cubicBezTo>
                    <a:pt x="566" y="15168"/>
                    <a:pt x="568" y="15168"/>
                    <a:pt x="570" y="15168"/>
                  </a:cubicBezTo>
                  <a:lnTo>
                    <a:pt x="4060" y="15168"/>
                  </a:lnTo>
                  <a:lnTo>
                    <a:pt x="4060" y="8883"/>
                  </a:lnTo>
                  <a:cubicBezTo>
                    <a:pt x="4060" y="8570"/>
                    <a:pt x="4313" y="8317"/>
                    <a:pt x="4626" y="8317"/>
                  </a:cubicBezTo>
                  <a:lnTo>
                    <a:pt x="10272" y="8317"/>
                  </a:lnTo>
                  <a:cubicBezTo>
                    <a:pt x="10582" y="8317"/>
                    <a:pt x="10835" y="8570"/>
                    <a:pt x="10835" y="8883"/>
                  </a:cubicBezTo>
                  <a:lnTo>
                    <a:pt x="10835" y="15168"/>
                  </a:lnTo>
                  <a:lnTo>
                    <a:pt x="14223" y="15168"/>
                  </a:lnTo>
                  <a:cubicBezTo>
                    <a:pt x="14225" y="15168"/>
                    <a:pt x="14227" y="15168"/>
                    <a:pt x="14228" y="15168"/>
                  </a:cubicBezTo>
                  <a:cubicBezTo>
                    <a:pt x="14539" y="15168"/>
                    <a:pt x="14792" y="14913"/>
                    <a:pt x="14789" y="14605"/>
                  </a:cubicBezTo>
                  <a:lnTo>
                    <a:pt x="14789" y="6291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934" name="Google Shape;2934;p51">
            <a:hlinkClick r:id="rId3" action="ppaction://hlinksldjump"/>
          </p:cNvPr>
          <p:cNvSpPr/>
          <p:nvPr/>
        </p:nvSpPr>
        <p:spPr>
          <a:xfrm>
            <a:off x="8016900" y="576463"/>
            <a:ext cx="490500" cy="4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37" name="Google Shape;2937;p51"/>
          <p:cNvGrpSpPr/>
          <p:nvPr/>
        </p:nvGrpSpPr>
        <p:grpSpPr>
          <a:xfrm>
            <a:off x="1400051" y="1182316"/>
            <a:ext cx="6992159" cy="3607177"/>
            <a:chOff x="719999" y="1677325"/>
            <a:chExt cx="3586408" cy="2103750"/>
          </a:xfrm>
        </p:grpSpPr>
        <p:grpSp>
          <p:nvGrpSpPr>
            <p:cNvPr id="2938" name="Google Shape;2938;p51"/>
            <p:cNvGrpSpPr/>
            <p:nvPr/>
          </p:nvGrpSpPr>
          <p:grpSpPr>
            <a:xfrm>
              <a:off x="719999" y="1677325"/>
              <a:ext cx="3586408" cy="2103750"/>
              <a:chOff x="512550" y="529925"/>
              <a:chExt cx="8130600" cy="4187400"/>
            </a:xfrm>
          </p:grpSpPr>
          <p:grpSp>
            <p:nvGrpSpPr>
              <p:cNvPr id="2939" name="Google Shape;2939;p51"/>
              <p:cNvGrpSpPr/>
              <p:nvPr/>
            </p:nvGrpSpPr>
            <p:grpSpPr>
              <a:xfrm>
                <a:off x="512550" y="529925"/>
                <a:ext cx="8130600" cy="4187400"/>
                <a:chOff x="512550" y="529925"/>
                <a:chExt cx="8130600" cy="4187400"/>
              </a:xfrm>
            </p:grpSpPr>
            <p:sp>
              <p:nvSpPr>
                <p:cNvPr id="2940" name="Google Shape;2940;p51"/>
                <p:cNvSpPr/>
                <p:nvPr/>
              </p:nvSpPr>
              <p:spPr>
                <a:xfrm>
                  <a:off x="512550" y="529925"/>
                  <a:ext cx="8130600" cy="4187400"/>
                </a:xfrm>
                <a:prstGeom prst="rect">
                  <a:avLst/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941" name="Google Shape;2941;p51"/>
                <p:cNvCxnSpPr/>
                <p:nvPr/>
              </p:nvCxnSpPr>
              <p:spPr>
                <a:xfrm>
                  <a:off x="524425" y="1029828"/>
                  <a:ext cx="81186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2942" name="Google Shape;2942;p51"/>
              <p:cNvCxnSpPr/>
              <p:nvPr/>
            </p:nvCxnSpPr>
            <p:spPr>
              <a:xfrm>
                <a:off x="524425" y="4522222"/>
                <a:ext cx="81186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943" name="Google Shape;2943;p51"/>
            <p:cNvGrpSpPr/>
            <p:nvPr/>
          </p:nvGrpSpPr>
          <p:grpSpPr>
            <a:xfrm>
              <a:off x="791815" y="1776598"/>
              <a:ext cx="241122" cy="64369"/>
              <a:chOff x="2550650" y="726146"/>
              <a:chExt cx="415800" cy="111000"/>
            </a:xfrm>
          </p:grpSpPr>
          <p:sp>
            <p:nvSpPr>
              <p:cNvPr id="2944" name="Google Shape;2944;p51"/>
              <p:cNvSpPr/>
              <p:nvPr/>
            </p:nvSpPr>
            <p:spPr>
              <a:xfrm>
                <a:off x="2855450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Google Shape;2945;p51"/>
              <p:cNvSpPr/>
              <p:nvPr/>
            </p:nvSpPr>
            <p:spPr>
              <a:xfrm>
                <a:off x="2703050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Google Shape;2946;p51"/>
              <p:cNvSpPr/>
              <p:nvPr/>
            </p:nvSpPr>
            <p:spPr>
              <a:xfrm>
                <a:off x="2550650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947" name="Google Shape;2947;p51"/>
          <p:cNvSpPr txBox="1">
            <a:spLocks noGrp="1"/>
          </p:cNvSpPr>
          <p:nvPr>
            <p:ph type="title"/>
          </p:nvPr>
        </p:nvSpPr>
        <p:spPr>
          <a:xfrm>
            <a:off x="1960464" y="512789"/>
            <a:ext cx="48924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RUMUS</a:t>
            </a:r>
            <a:endParaRPr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48" name="Google Shape;2948;p51"/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5702079" y="2035189"/>
                <a:ext cx="2529181" cy="2002948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/>
                  <a:t>t</a:t>
                </a:r>
                <a:r>
                  <a:rPr lang="en-ID" sz="1800" dirty="0"/>
                  <a:t> = </a:t>
                </a:r>
                <a:r>
                  <a:rPr lang="en-ID" sz="1800" dirty="0" err="1"/>
                  <a:t>nilai</a:t>
                </a:r>
                <a:r>
                  <a:rPr lang="en-ID" sz="1800" dirty="0"/>
                  <a:t> T </a:t>
                </a:r>
                <a:r>
                  <a:rPr lang="en-ID" sz="1800" dirty="0" err="1"/>
                  <a:t>hitung</a:t>
                </a:r>
                <a:endParaRPr lang="en-ID" sz="18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D" sz="1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en-ID" sz="1800" dirty="0"/>
                  <a:t> = rata-rata </a:t>
                </a:r>
                <a:r>
                  <a:rPr lang="en-ID" sz="1800" dirty="0" err="1"/>
                  <a:t>selisih</a:t>
                </a:r>
                <a:r>
                  <a:rPr lang="en-ID" sz="1800" dirty="0"/>
                  <a:t> </a:t>
                </a:r>
                <a:r>
                  <a:rPr lang="en-ID" sz="1800" dirty="0" err="1"/>
                  <a:t>pengukuran</a:t>
                </a:r>
                <a:r>
                  <a:rPr lang="en-ID" sz="1800" dirty="0"/>
                  <a:t> 1 dan 2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D" sz="1800" i="1" dirty="0"/>
                  <a:t>SD</a:t>
                </a:r>
                <a:r>
                  <a:rPr lang="en-ID" sz="1800" dirty="0"/>
                  <a:t> = </a:t>
                </a:r>
                <a:r>
                  <a:rPr lang="en-ID" sz="1800" dirty="0" err="1"/>
                  <a:t>standar</a:t>
                </a:r>
                <a:r>
                  <a:rPr lang="en-ID" sz="1800" dirty="0"/>
                  <a:t> </a:t>
                </a:r>
                <a:r>
                  <a:rPr lang="en-ID" sz="1800" dirty="0" err="1"/>
                  <a:t>deviasi</a:t>
                </a:r>
                <a:r>
                  <a:rPr lang="en-ID" sz="1800" dirty="0"/>
                  <a:t> </a:t>
                </a:r>
                <a:r>
                  <a:rPr lang="en-ID" sz="1800" dirty="0" err="1"/>
                  <a:t>selisih</a:t>
                </a:r>
                <a:r>
                  <a:rPr lang="en-ID" sz="1800" dirty="0"/>
                  <a:t> </a:t>
                </a:r>
                <a:r>
                  <a:rPr lang="en-ID" sz="1800" dirty="0" err="1"/>
                  <a:t>pengukuran</a:t>
                </a:r>
                <a:r>
                  <a:rPr lang="en-ID" sz="1800" dirty="0"/>
                  <a:t> 1 dan 2 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D" sz="1800" i="1" dirty="0"/>
                  <a:t>n</a:t>
                </a:r>
                <a:r>
                  <a:rPr lang="en-ID" sz="1800" dirty="0"/>
                  <a:t> = </a:t>
                </a:r>
                <a:r>
                  <a:rPr lang="en-ID" sz="1800" dirty="0" err="1"/>
                  <a:t>jumlah</a:t>
                </a:r>
                <a:r>
                  <a:rPr lang="en-ID" sz="1800" dirty="0"/>
                  <a:t> sample</a:t>
                </a:r>
              </a:p>
            </p:txBody>
          </p:sp>
        </mc:Choice>
        <mc:Fallback xmlns="">
          <p:sp>
            <p:nvSpPr>
              <p:cNvPr id="2948" name="Google Shape;2948;p51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5702079" y="2035189"/>
                <a:ext cx="2529181" cy="2002948"/>
              </a:xfrm>
              <a:prstGeom prst="rect">
                <a:avLst/>
              </a:prstGeom>
              <a:blipFill>
                <a:blip r:embed="rId4"/>
                <a:stretch>
                  <a:fillRect l="-1928" t="-1829" b="-518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49" name="Google Shape;2949;p51"/>
          <p:cNvSpPr/>
          <p:nvPr/>
        </p:nvSpPr>
        <p:spPr>
          <a:xfrm>
            <a:off x="402476" y="2179650"/>
            <a:ext cx="784200" cy="7842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0" name="Google Shape;2950;p51"/>
          <p:cNvSpPr txBox="1">
            <a:spLocks noGrp="1"/>
          </p:cNvSpPr>
          <p:nvPr>
            <p:ph type="ctrTitle" idx="4294967295"/>
          </p:nvPr>
        </p:nvSpPr>
        <p:spPr>
          <a:xfrm>
            <a:off x="402476" y="2338050"/>
            <a:ext cx="784200" cy="46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Lato"/>
                <a:ea typeface="Lato"/>
                <a:cs typeface="Lato"/>
                <a:sym typeface="Lato"/>
              </a:rPr>
              <a:t>02</a:t>
            </a:r>
            <a:endParaRPr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DA0B03F-E4E3-EC20-D8CD-A678C8500546}"/>
                  </a:ext>
                </a:extLst>
              </p:cNvPr>
              <p:cNvSpPr txBox="1"/>
              <p:nvPr/>
            </p:nvSpPr>
            <p:spPr>
              <a:xfrm>
                <a:off x="2051363" y="1709541"/>
                <a:ext cx="1406177" cy="1031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h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𝑖𝑡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=</m:t>
                          </m:r>
                        </m:sub>
                      </m:sSub>
                      <m:f>
                        <m:fPr>
                          <m:ctrlPr>
                            <a:rPr lang="en-ID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fPr>
                        <m:num>
                          <m:bar>
                            <m:barPr>
                              <m:pos m:val="top"/>
                              <m:ctrlPr>
                                <a:rPr lang="en-ID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</m:ctrlPr>
                            </m:bar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m:t>𝐷</m:t>
                              </m:r>
                            </m:e>
                          </m:bar>
                        </m:num>
                        <m:den>
                          <m:eqArr>
                            <m:eqArr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</m:ctrlPr>
                            </m:eqArrPr>
                            <m:e>
                              <m:bar>
                                <m:barPr>
                                  <m:ctrlP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Lato" panose="020F0502020204030203" pitchFamily="34" charset="0"/>
                                      <a:cs typeface="Lato" panose="020F0502020204030203" pitchFamily="34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Lato" panose="020F0502020204030203" pitchFamily="34" charset="0"/>
                                      <a:cs typeface="Lato" panose="020F0502020204030203" pitchFamily="34" charset="0"/>
                                    </a:rPr>
                                    <m:t>𝑆𝐷</m:t>
                                  </m:r>
                                </m:e>
                              </m:bar>
                            </m:e>
                            <m:e>
                              <m:rad>
                                <m:radPr>
                                  <m:degHide m:val="on"/>
                                  <m:ctrlP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Lato" panose="020F0502020204030203" pitchFamily="34" charset="0"/>
                                      <a:cs typeface="Lato" panose="020F0502020204030203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Lato" panose="020F0502020204030203" pitchFamily="34" charset="0"/>
                                      <a:cs typeface="Lato" panose="020F0502020204030203" pitchFamily="34" charset="0"/>
                                    </a:rPr>
                                    <m:t>𝑛</m:t>
                                  </m:r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D" sz="1800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DA0B03F-E4E3-EC20-D8CD-A678C8500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363" y="1709541"/>
                <a:ext cx="1406177" cy="10316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41266EF-3214-0276-972F-537E8CA09C76}"/>
              </a:ext>
            </a:extLst>
          </p:cNvPr>
          <p:cNvSpPr txBox="1"/>
          <p:nvPr/>
        </p:nvSpPr>
        <p:spPr>
          <a:xfrm>
            <a:off x="1916845" y="2867386"/>
            <a:ext cx="10467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Ingat</a:t>
            </a:r>
            <a:r>
              <a:rPr lang="en-US" sz="16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:</a:t>
            </a:r>
            <a:endParaRPr lang="en-ID" sz="16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B0DAF5C-C4CE-033C-8109-B488C3335D6F}"/>
                  </a:ext>
                </a:extLst>
              </p:cNvPr>
              <p:cNvSpPr txBox="1"/>
              <p:nvPr/>
            </p:nvSpPr>
            <p:spPr>
              <a:xfrm>
                <a:off x="1665560" y="3525471"/>
                <a:ext cx="3875569" cy="7926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𝑆𝐷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</m:rad>
                  </m:oMath>
                </a14:m>
                <a:r>
                  <a:rPr lang="en-ID" sz="18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ID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𝑣𝑎𝑟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(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𝑠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2</m:t>
                        </m:r>
                      </m:sup>
                    </m:sSup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)</m:t>
                    </m:r>
                  </m:oMath>
                </a14:m>
                <a:r>
                  <a:rPr lang="en-ID" sz="1800" i="1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𝑛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 −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ID" sz="1800" i="1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D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𝑖</m:t>
                        </m:r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1</m:t>
                        </m:r>
                      </m:sub>
                      <m:sup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𝑛</m:t>
                        </m:r>
                      </m:sup>
                      <m:e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 − </m:t>
                        </m:r>
                        <m:bar>
                          <m:barPr>
                            <m:pos m:val="top"/>
                            <m:ctrlPr>
                              <a:rPr lang="en-US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</m:ctrlPr>
                          </m:barPr>
                          <m:e>
                            <m:r>
                              <a:rPr lang="en-US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𝑋</m:t>
                            </m:r>
                          </m:e>
                        </m:bar>
                      </m:e>
                    </m:nary>
                    <m:sSup>
                      <m:sSupPr>
                        <m:ctrlPr>
                          <a:rPr lang="en-ID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sSupPr>
                      <m:e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)</m:t>
                        </m:r>
                      </m:e>
                      <m:sup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ID" sz="1800" i="1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B0DAF5C-C4CE-033C-8109-B488C3335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5560" y="3525471"/>
                <a:ext cx="3875569" cy="792653"/>
              </a:xfrm>
              <a:prstGeom prst="rect">
                <a:avLst/>
              </a:prstGeom>
              <a:blipFill>
                <a:blip r:embed="rId6"/>
                <a:stretch>
                  <a:fillRect t="-13846" b="-7538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1" name="Google Shape;2621;p44"/>
          <p:cNvGrpSpPr/>
          <p:nvPr/>
        </p:nvGrpSpPr>
        <p:grpSpPr>
          <a:xfrm>
            <a:off x="603194" y="1234349"/>
            <a:ext cx="616457" cy="537850"/>
            <a:chOff x="719999" y="1677325"/>
            <a:chExt cx="3586408" cy="2103750"/>
          </a:xfrm>
        </p:grpSpPr>
        <p:grpSp>
          <p:nvGrpSpPr>
            <p:cNvPr id="2622" name="Google Shape;2622;p44"/>
            <p:cNvGrpSpPr/>
            <p:nvPr/>
          </p:nvGrpSpPr>
          <p:grpSpPr>
            <a:xfrm>
              <a:off x="719999" y="1677325"/>
              <a:ext cx="3586408" cy="2103750"/>
              <a:chOff x="512550" y="529925"/>
              <a:chExt cx="8130600" cy="4187400"/>
            </a:xfrm>
          </p:grpSpPr>
          <p:grpSp>
            <p:nvGrpSpPr>
              <p:cNvPr id="2623" name="Google Shape;2623;p44"/>
              <p:cNvGrpSpPr/>
              <p:nvPr/>
            </p:nvGrpSpPr>
            <p:grpSpPr>
              <a:xfrm>
                <a:off x="512550" y="529925"/>
                <a:ext cx="8130600" cy="4187400"/>
                <a:chOff x="512550" y="529925"/>
                <a:chExt cx="8130600" cy="4187400"/>
              </a:xfrm>
            </p:grpSpPr>
            <p:sp>
              <p:nvSpPr>
                <p:cNvPr id="2624" name="Google Shape;2624;p44"/>
                <p:cNvSpPr/>
                <p:nvPr/>
              </p:nvSpPr>
              <p:spPr>
                <a:xfrm>
                  <a:off x="512550" y="529925"/>
                  <a:ext cx="8130600" cy="4187400"/>
                </a:xfrm>
                <a:prstGeom prst="rect">
                  <a:avLst/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625" name="Google Shape;2625;p44"/>
                <p:cNvCxnSpPr/>
                <p:nvPr/>
              </p:nvCxnSpPr>
              <p:spPr>
                <a:xfrm>
                  <a:off x="524425" y="1029828"/>
                  <a:ext cx="81186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2626" name="Google Shape;2626;p44"/>
              <p:cNvCxnSpPr/>
              <p:nvPr/>
            </p:nvCxnSpPr>
            <p:spPr>
              <a:xfrm>
                <a:off x="524425" y="4522222"/>
                <a:ext cx="81186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27" name="Google Shape;2627;p44"/>
            <p:cNvGrpSpPr/>
            <p:nvPr/>
          </p:nvGrpSpPr>
          <p:grpSpPr>
            <a:xfrm>
              <a:off x="791815" y="1776598"/>
              <a:ext cx="241122" cy="64369"/>
              <a:chOff x="2550650" y="726146"/>
              <a:chExt cx="415800" cy="111000"/>
            </a:xfrm>
          </p:grpSpPr>
          <p:sp>
            <p:nvSpPr>
              <p:cNvPr id="2628" name="Google Shape;2628;p44"/>
              <p:cNvSpPr/>
              <p:nvPr/>
            </p:nvSpPr>
            <p:spPr>
              <a:xfrm>
                <a:off x="2855450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Google Shape;2629;p44"/>
              <p:cNvSpPr/>
              <p:nvPr/>
            </p:nvSpPr>
            <p:spPr>
              <a:xfrm>
                <a:off x="2703050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Google Shape;2630;p44"/>
              <p:cNvSpPr/>
              <p:nvPr/>
            </p:nvSpPr>
            <p:spPr>
              <a:xfrm>
                <a:off x="2550650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51" name="Google Shape;2651;p44"/>
          <p:cNvSpPr txBox="1">
            <a:spLocks noGrp="1"/>
          </p:cNvSpPr>
          <p:nvPr>
            <p:ph type="title"/>
          </p:nvPr>
        </p:nvSpPr>
        <p:spPr>
          <a:xfrm>
            <a:off x="1053511" y="492389"/>
            <a:ext cx="703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INTERPRETASI</a:t>
            </a:r>
            <a:endParaRPr dirty="0"/>
          </a:p>
        </p:txBody>
      </p:sp>
      <p:sp>
        <p:nvSpPr>
          <p:cNvPr id="2654" name="Google Shape;2654;p44"/>
          <p:cNvSpPr txBox="1">
            <a:spLocks noGrp="1"/>
          </p:cNvSpPr>
          <p:nvPr>
            <p:ph type="title" idx="3"/>
          </p:nvPr>
        </p:nvSpPr>
        <p:spPr>
          <a:xfrm>
            <a:off x="624100" y="1308398"/>
            <a:ext cx="574647" cy="43054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a</a:t>
            </a:r>
            <a:endParaRPr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55" name="Google Shape;2655;p44"/>
              <p:cNvSpPr txBox="1">
                <a:spLocks noGrp="1"/>
              </p:cNvSpPr>
              <p:nvPr>
                <p:ph type="subTitle" idx="4"/>
              </p:nvPr>
            </p:nvSpPr>
            <p:spPr>
              <a:xfrm>
                <a:off x="1315067" y="1161565"/>
                <a:ext cx="7298216" cy="865976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dirty="0"/>
                  <a:t>Untuk menginterpretasikan uji t –test terlebih dahulu harus ditentukan :</a:t>
                </a:r>
              </a:p>
              <a:p>
                <a:pPr marL="285750" lvl="0" indent="-285750" algn="l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" sz="1600" dirty="0"/>
                  <a:t>Nilai signifikansi α</a:t>
                </a:r>
              </a:p>
              <a:p>
                <a:pPr marL="285750" lvl="0" indent="-285750" algn="l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1600" dirty="0"/>
                  <a:t> (</a:t>
                </a:r>
                <a:r>
                  <a:rPr lang="en-US" sz="1600" i="1" dirty="0"/>
                  <a:t>degree of freedom</a:t>
                </a:r>
                <a:r>
                  <a:rPr lang="en-US" sz="1600" dirty="0"/>
                  <a:t>) = N – k, </a:t>
                </a:r>
                <a:r>
                  <a:rPr lang="en-US" sz="1600" dirty="0" err="1"/>
                  <a:t>khusus</a:t>
                </a:r>
                <a:r>
                  <a:rPr lang="en-US" sz="1600" dirty="0"/>
                  <a:t> </a:t>
                </a:r>
                <a:r>
                  <a:rPr lang="en-US" sz="1600" dirty="0" err="1"/>
                  <a:t>untuk</a:t>
                </a:r>
                <a:r>
                  <a:rPr lang="en-US" sz="1600" dirty="0"/>
                  <a:t> </a:t>
                </a:r>
                <a:r>
                  <a:rPr lang="en-US" sz="1600" i="1" dirty="0"/>
                  <a:t>paired sample t – test</a:t>
                </a:r>
                <a:r>
                  <a:rPr lang="en-US" sz="16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1600" dirty="0"/>
                  <a:t> = </a:t>
                </a:r>
                <a:r>
                  <a:rPr lang="en-US" sz="16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</a:t>
                </a:r>
                <a:r>
                  <a:rPr lang="en-US" sz="1600" dirty="0"/>
                  <a:t> - 1</a:t>
                </a:r>
                <a:endParaRPr sz="1600" dirty="0"/>
              </a:p>
            </p:txBody>
          </p:sp>
        </mc:Choice>
        <mc:Fallback xmlns="">
          <p:sp>
            <p:nvSpPr>
              <p:cNvPr id="2655" name="Google Shape;2655;p4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"/>
              </p:nvPr>
            </p:nvSpPr>
            <p:spPr>
              <a:xfrm>
                <a:off x="1315067" y="1161565"/>
                <a:ext cx="7298216" cy="865976"/>
              </a:xfrm>
              <a:prstGeom prst="rect">
                <a:avLst/>
              </a:prstGeom>
              <a:blipFill>
                <a:blip r:embed="rId3"/>
                <a:stretch>
                  <a:fillRect l="-501" b="-845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58" name="Google Shape;2658;p44"/>
          <p:cNvSpPr/>
          <p:nvPr/>
        </p:nvSpPr>
        <p:spPr>
          <a:xfrm>
            <a:off x="7959547" y="345139"/>
            <a:ext cx="784200" cy="7842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9" name="Google Shape;2659;p44"/>
          <p:cNvSpPr txBox="1">
            <a:spLocks noGrp="1"/>
          </p:cNvSpPr>
          <p:nvPr>
            <p:ph type="ctrTitle" idx="4294967295"/>
          </p:nvPr>
        </p:nvSpPr>
        <p:spPr>
          <a:xfrm>
            <a:off x="7959547" y="503551"/>
            <a:ext cx="784200" cy="46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Lato"/>
                <a:ea typeface="Lato"/>
                <a:cs typeface="Lato"/>
                <a:sym typeface="Lato"/>
              </a:rPr>
              <a:t>03</a:t>
            </a:r>
            <a:endParaRPr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" name="Google Shape;2621;p44">
            <a:extLst>
              <a:ext uri="{FF2B5EF4-FFF2-40B4-BE49-F238E27FC236}">
                <a16:creationId xmlns:a16="http://schemas.microsoft.com/office/drawing/2014/main" id="{2E33D07D-1A57-29A3-0CBB-3AFD2F83E3BA}"/>
              </a:ext>
            </a:extLst>
          </p:cNvPr>
          <p:cNvGrpSpPr/>
          <p:nvPr/>
        </p:nvGrpSpPr>
        <p:grpSpPr>
          <a:xfrm>
            <a:off x="603194" y="2220778"/>
            <a:ext cx="616457" cy="537850"/>
            <a:chOff x="719999" y="1677325"/>
            <a:chExt cx="3586408" cy="2103750"/>
          </a:xfrm>
        </p:grpSpPr>
        <p:grpSp>
          <p:nvGrpSpPr>
            <p:cNvPr id="3" name="Google Shape;2622;p44">
              <a:extLst>
                <a:ext uri="{FF2B5EF4-FFF2-40B4-BE49-F238E27FC236}">
                  <a16:creationId xmlns:a16="http://schemas.microsoft.com/office/drawing/2014/main" id="{EA796049-925E-00D1-C01F-ED077E4137F9}"/>
                </a:ext>
              </a:extLst>
            </p:cNvPr>
            <p:cNvGrpSpPr/>
            <p:nvPr/>
          </p:nvGrpSpPr>
          <p:grpSpPr>
            <a:xfrm>
              <a:off x="719999" y="1677325"/>
              <a:ext cx="3586408" cy="2103750"/>
              <a:chOff x="512550" y="529925"/>
              <a:chExt cx="8130600" cy="4187400"/>
            </a:xfrm>
          </p:grpSpPr>
          <p:grpSp>
            <p:nvGrpSpPr>
              <p:cNvPr id="8" name="Google Shape;2623;p44">
                <a:extLst>
                  <a:ext uri="{FF2B5EF4-FFF2-40B4-BE49-F238E27FC236}">
                    <a16:creationId xmlns:a16="http://schemas.microsoft.com/office/drawing/2014/main" id="{1939DC4B-5E8A-69A6-29BF-986F4132A946}"/>
                  </a:ext>
                </a:extLst>
              </p:cNvPr>
              <p:cNvGrpSpPr/>
              <p:nvPr/>
            </p:nvGrpSpPr>
            <p:grpSpPr>
              <a:xfrm>
                <a:off x="512550" y="529925"/>
                <a:ext cx="8130600" cy="4187400"/>
                <a:chOff x="512550" y="529925"/>
                <a:chExt cx="8130600" cy="4187400"/>
              </a:xfrm>
            </p:grpSpPr>
            <p:sp>
              <p:nvSpPr>
                <p:cNvPr id="10" name="Google Shape;2624;p44">
                  <a:extLst>
                    <a:ext uri="{FF2B5EF4-FFF2-40B4-BE49-F238E27FC236}">
                      <a16:creationId xmlns:a16="http://schemas.microsoft.com/office/drawing/2014/main" id="{94DDE7F0-3E4F-B9E5-D93E-EC6E9762D12D}"/>
                    </a:ext>
                  </a:extLst>
                </p:cNvPr>
                <p:cNvSpPr/>
                <p:nvPr/>
              </p:nvSpPr>
              <p:spPr>
                <a:xfrm>
                  <a:off x="512550" y="529925"/>
                  <a:ext cx="8130600" cy="4187400"/>
                </a:xfrm>
                <a:prstGeom prst="rect">
                  <a:avLst/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1" name="Google Shape;2625;p44">
                  <a:extLst>
                    <a:ext uri="{FF2B5EF4-FFF2-40B4-BE49-F238E27FC236}">
                      <a16:creationId xmlns:a16="http://schemas.microsoft.com/office/drawing/2014/main" id="{23FF9C47-B139-49AA-23B7-728E4804C190}"/>
                    </a:ext>
                  </a:extLst>
                </p:cNvPr>
                <p:cNvCxnSpPr/>
                <p:nvPr/>
              </p:nvCxnSpPr>
              <p:spPr>
                <a:xfrm>
                  <a:off x="524425" y="1029828"/>
                  <a:ext cx="81186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9" name="Google Shape;2626;p44">
                <a:extLst>
                  <a:ext uri="{FF2B5EF4-FFF2-40B4-BE49-F238E27FC236}">
                    <a16:creationId xmlns:a16="http://schemas.microsoft.com/office/drawing/2014/main" id="{7A144428-B212-BE37-2B2D-081A7A1EDE92}"/>
                  </a:ext>
                </a:extLst>
              </p:cNvPr>
              <p:cNvCxnSpPr/>
              <p:nvPr/>
            </p:nvCxnSpPr>
            <p:spPr>
              <a:xfrm>
                <a:off x="524425" y="4522222"/>
                <a:ext cx="81186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" name="Google Shape;2627;p44">
              <a:extLst>
                <a:ext uri="{FF2B5EF4-FFF2-40B4-BE49-F238E27FC236}">
                  <a16:creationId xmlns:a16="http://schemas.microsoft.com/office/drawing/2014/main" id="{C7506779-A0B8-13C6-38BC-5B54D9814897}"/>
                </a:ext>
              </a:extLst>
            </p:cNvPr>
            <p:cNvGrpSpPr/>
            <p:nvPr/>
          </p:nvGrpSpPr>
          <p:grpSpPr>
            <a:xfrm>
              <a:off x="791815" y="1776598"/>
              <a:ext cx="241122" cy="64369"/>
              <a:chOff x="2550650" y="726146"/>
              <a:chExt cx="415800" cy="111000"/>
            </a:xfrm>
          </p:grpSpPr>
          <p:sp>
            <p:nvSpPr>
              <p:cNvPr id="5" name="Google Shape;2628;p44">
                <a:extLst>
                  <a:ext uri="{FF2B5EF4-FFF2-40B4-BE49-F238E27FC236}">
                    <a16:creationId xmlns:a16="http://schemas.microsoft.com/office/drawing/2014/main" id="{233156ED-4ED4-3EC3-9F9D-0B2E6CE82D2F}"/>
                  </a:ext>
                </a:extLst>
              </p:cNvPr>
              <p:cNvSpPr/>
              <p:nvPr/>
            </p:nvSpPr>
            <p:spPr>
              <a:xfrm>
                <a:off x="2855450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" name="Google Shape;2629;p44">
                <a:extLst>
                  <a:ext uri="{FF2B5EF4-FFF2-40B4-BE49-F238E27FC236}">
                    <a16:creationId xmlns:a16="http://schemas.microsoft.com/office/drawing/2014/main" id="{77414E33-70E5-0472-2862-0DCA2B0E9E3E}"/>
                  </a:ext>
                </a:extLst>
              </p:cNvPr>
              <p:cNvSpPr/>
              <p:nvPr/>
            </p:nvSpPr>
            <p:spPr>
              <a:xfrm>
                <a:off x="2703050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2630;p44">
                <a:extLst>
                  <a:ext uri="{FF2B5EF4-FFF2-40B4-BE49-F238E27FC236}">
                    <a16:creationId xmlns:a16="http://schemas.microsoft.com/office/drawing/2014/main" id="{8FB2CCFE-B180-8FF0-C396-B98070580FB0}"/>
                  </a:ext>
                </a:extLst>
              </p:cNvPr>
              <p:cNvSpPr/>
              <p:nvPr/>
            </p:nvSpPr>
            <p:spPr>
              <a:xfrm>
                <a:off x="2550650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" name="Google Shape;2621;p44">
            <a:extLst>
              <a:ext uri="{FF2B5EF4-FFF2-40B4-BE49-F238E27FC236}">
                <a16:creationId xmlns:a16="http://schemas.microsoft.com/office/drawing/2014/main" id="{85EEE120-4EBB-05D0-D08C-80ED67D513A3}"/>
              </a:ext>
            </a:extLst>
          </p:cNvPr>
          <p:cNvGrpSpPr/>
          <p:nvPr/>
        </p:nvGrpSpPr>
        <p:grpSpPr>
          <a:xfrm>
            <a:off x="603194" y="3366608"/>
            <a:ext cx="616457" cy="537850"/>
            <a:chOff x="719999" y="1677325"/>
            <a:chExt cx="3586408" cy="2103750"/>
          </a:xfrm>
        </p:grpSpPr>
        <p:grpSp>
          <p:nvGrpSpPr>
            <p:cNvPr id="13" name="Google Shape;2622;p44">
              <a:extLst>
                <a:ext uri="{FF2B5EF4-FFF2-40B4-BE49-F238E27FC236}">
                  <a16:creationId xmlns:a16="http://schemas.microsoft.com/office/drawing/2014/main" id="{BD1E1347-6CED-ABA7-64D7-33557D3A0CDB}"/>
                </a:ext>
              </a:extLst>
            </p:cNvPr>
            <p:cNvGrpSpPr/>
            <p:nvPr/>
          </p:nvGrpSpPr>
          <p:grpSpPr>
            <a:xfrm>
              <a:off x="719999" y="1677325"/>
              <a:ext cx="3586408" cy="2103750"/>
              <a:chOff x="512550" y="529925"/>
              <a:chExt cx="8130600" cy="4187400"/>
            </a:xfrm>
          </p:grpSpPr>
          <p:grpSp>
            <p:nvGrpSpPr>
              <p:cNvPr id="18" name="Google Shape;2623;p44">
                <a:extLst>
                  <a:ext uri="{FF2B5EF4-FFF2-40B4-BE49-F238E27FC236}">
                    <a16:creationId xmlns:a16="http://schemas.microsoft.com/office/drawing/2014/main" id="{4F701168-1B58-8A76-C107-5864BDE490B5}"/>
                  </a:ext>
                </a:extLst>
              </p:cNvPr>
              <p:cNvGrpSpPr/>
              <p:nvPr/>
            </p:nvGrpSpPr>
            <p:grpSpPr>
              <a:xfrm>
                <a:off x="512550" y="529925"/>
                <a:ext cx="8130600" cy="4187400"/>
                <a:chOff x="512550" y="529925"/>
                <a:chExt cx="8130600" cy="4187400"/>
              </a:xfrm>
            </p:grpSpPr>
            <p:sp>
              <p:nvSpPr>
                <p:cNvPr id="20" name="Google Shape;2624;p44">
                  <a:extLst>
                    <a:ext uri="{FF2B5EF4-FFF2-40B4-BE49-F238E27FC236}">
                      <a16:creationId xmlns:a16="http://schemas.microsoft.com/office/drawing/2014/main" id="{4588B516-3EB0-24C6-F190-AACF33DBB64B}"/>
                    </a:ext>
                  </a:extLst>
                </p:cNvPr>
                <p:cNvSpPr/>
                <p:nvPr/>
              </p:nvSpPr>
              <p:spPr>
                <a:xfrm>
                  <a:off x="512550" y="529925"/>
                  <a:ext cx="8130600" cy="4187400"/>
                </a:xfrm>
                <a:prstGeom prst="rect">
                  <a:avLst/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1" name="Google Shape;2625;p44">
                  <a:extLst>
                    <a:ext uri="{FF2B5EF4-FFF2-40B4-BE49-F238E27FC236}">
                      <a16:creationId xmlns:a16="http://schemas.microsoft.com/office/drawing/2014/main" id="{0D71A3D0-6650-E64D-2C59-20E349E43DF1}"/>
                    </a:ext>
                  </a:extLst>
                </p:cNvPr>
                <p:cNvCxnSpPr/>
                <p:nvPr/>
              </p:nvCxnSpPr>
              <p:spPr>
                <a:xfrm>
                  <a:off x="524425" y="1029828"/>
                  <a:ext cx="81186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9" name="Google Shape;2626;p44">
                <a:extLst>
                  <a:ext uri="{FF2B5EF4-FFF2-40B4-BE49-F238E27FC236}">
                    <a16:creationId xmlns:a16="http://schemas.microsoft.com/office/drawing/2014/main" id="{C3D7A6D5-70AA-4129-F649-61F57D96E35A}"/>
                  </a:ext>
                </a:extLst>
              </p:cNvPr>
              <p:cNvCxnSpPr/>
              <p:nvPr/>
            </p:nvCxnSpPr>
            <p:spPr>
              <a:xfrm>
                <a:off x="524425" y="4522222"/>
                <a:ext cx="81186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4" name="Google Shape;2627;p44">
              <a:extLst>
                <a:ext uri="{FF2B5EF4-FFF2-40B4-BE49-F238E27FC236}">
                  <a16:creationId xmlns:a16="http://schemas.microsoft.com/office/drawing/2014/main" id="{9A19EF1A-278F-8035-D6EA-D0C85A8C1C23}"/>
                </a:ext>
              </a:extLst>
            </p:cNvPr>
            <p:cNvGrpSpPr/>
            <p:nvPr/>
          </p:nvGrpSpPr>
          <p:grpSpPr>
            <a:xfrm>
              <a:off x="791815" y="1776598"/>
              <a:ext cx="241122" cy="64369"/>
              <a:chOff x="2550650" y="726146"/>
              <a:chExt cx="415800" cy="111000"/>
            </a:xfrm>
          </p:grpSpPr>
          <p:sp>
            <p:nvSpPr>
              <p:cNvPr id="15" name="Google Shape;2628;p44">
                <a:extLst>
                  <a:ext uri="{FF2B5EF4-FFF2-40B4-BE49-F238E27FC236}">
                    <a16:creationId xmlns:a16="http://schemas.microsoft.com/office/drawing/2014/main" id="{15FA8A7C-C1F6-CA33-69AB-1A27AD6CCABC}"/>
                  </a:ext>
                </a:extLst>
              </p:cNvPr>
              <p:cNvSpPr/>
              <p:nvPr/>
            </p:nvSpPr>
            <p:spPr>
              <a:xfrm>
                <a:off x="2855450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2629;p44">
                <a:extLst>
                  <a:ext uri="{FF2B5EF4-FFF2-40B4-BE49-F238E27FC236}">
                    <a16:creationId xmlns:a16="http://schemas.microsoft.com/office/drawing/2014/main" id="{E75EC36D-5CF1-0A95-4B41-D6DB71CA1454}"/>
                  </a:ext>
                </a:extLst>
              </p:cNvPr>
              <p:cNvSpPr/>
              <p:nvPr/>
            </p:nvSpPr>
            <p:spPr>
              <a:xfrm>
                <a:off x="2703050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2630;p44">
                <a:extLst>
                  <a:ext uri="{FF2B5EF4-FFF2-40B4-BE49-F238E27FC236}">
                    <a16:creationId xmlns:a16="http://schemas.microsoft.com/office/drawing/2014/main" id="{39DAFEDA-E4B6-EDC6-86F3-12CFE726295A}"/>
                  </a:ext>
                </a:extLst>
              </p:cNvPr>
              <p:cNvSpPr/>
              <p:nvPr/>
            </p:nvSpPr>
            <p:spPr>
              <a:xfrm>
                <a:off x="2550650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0" name="Google Shape;2654;p44">
            <a:extLst>
              <a:ext uri="{FF2B5EF4-FFF2-40B4-BE49-F238E27FC236}">
                <a16:creationId xmlns:a16="http://schemas.microsoft.com/office/drawing/2014/main" id="{DA418ED3-8B21-E502-AB80-9494F04380A4}"/>
              </a:ext>
            </a:extLst>
          </p:cNvPr>
          <p:cNvSpPr txBox="1">
            <a:spLocks/>
          </p:cNvSpPr>
          <p:nvPr/>
        </p:nvSpPr>
        <p:spPr>
          <a:xfrm>
            <a:off x="624110" y="2304739"/>
            <a:ext cx="574647" cy="430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Black"/>
              <a:buNone/>
              <a:defRPr sz="24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" sz="3200" dirty="0"/>
              <a:t>b</a:t>
            </a:r>
          </a:p>
        </p:txBody>
      </p:sp>
      <p:sp>
        <p:nvSpPr>
          <p:cNvPr id="31" name="Google Shape;2654;p44">
            <a:extLst>
              <a:ext uri="{FF2B5EF4-FFF2-40B4-BE49-F238E27FC236}">
                <a16:creationId xmlns:a16="http://schemas.microsoft.com/office/drawing/2014/main" id="{3C8CDF7D-9A1B-D8D9-249C-E21DCEECB651}"/>
              </a:ext>
            </a:extLst>
          </p:cNvPr>
          <p:cNvSpPr txBox="1">
            <a:spLocks/>
          </p:cNvSpPr>
          <p:nvPr/>
        </p:nvSpPr>
        <p:spPr>
          <a:xfrm>
            <a:off x="628455" y="3440656"/>
            <a:ext cx="574647" cy="430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Black"/>
              <a:buNone/>
              <a:defRPr sz="24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" sz="3200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92" name="Google Shape;2655;p44">
                <a:extLst>
                  <a:ext uri="{FF2B5EF4-FFF2-40B4-BE49-F238E27FC236}">
                    <a16:creationId xmlns:a16="http://schemas.microsoft.com/office/drawing/2014/main" id="{33E1DF76-2C3C-6FC6-36E8-C18483E3E8F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5067" y="2304739"/>
                <a:ext cx="7298216" cy="537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9pPr>
              </a:lstStyle>
              <a:p>
                <a:pPr marL="0" indent="0" algn="l"/>
                <a:r>
                  <a:rPr lang="en-US" sz="1600" dirty="0"/>
                  <a:t>Bandingkan </a:t>
                </a:r>
                <a:r>
                  <a:rPr lang="en-US" sz="1600" dirty="0" err="1"/>
                  <a:t>nilai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en-ID" sz="1600" dirty="0"/>
                  <a:t> </a:t>
                </a:r>
                <a:r>
                  <a:rPr lang="en-ID" sz="1600" dirty="0" err="1"/>
                  <a:t>dengan</a:t>
                </a:r>
                <a:r>
                  <a:rPr lang="en-ID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𝑡𝑎𝑏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ID" sz="1600" dirty="0"/>
              </a:p>
            </p:txBody>
          </p:sp>
        </mc:Choice>
        <mc:Fallback xmlns="">
          <p:sp>
            <p:nvSpPr>
              <p:cNvPr id="2592" name="Google Shape;2655;p44">
                <a:extLst>
                  <a:ext uri="{FF2B5EF4-FFF2-40B4-BE49-F238E27FC236}">
                    <a16:creationId xmlns:a16="http://schemas.microsoft.com/office/drawing/2014/main" id="{33E1DF76-2C3C-6FC6-36E8-C18483E3E8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5067" y="2304739"/>
                <a:ext cx="7298216" cy="537850"/>
              </a:xfrm>
              <a:prstGeom prst="rect">
                <a:avLst/>
              </a:prstGeom>
              <a:blipFill>
                <a:blip r:embed="rId4"/>
                <a:stretch>
                  <a:fillRect l="-50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93" name="Google Shape;2655;p44">
                <a:extLst>
                  <a:ext uri="{FF2B5EF4-FFF2-40B4-BE49-F238E27FC236}">
                    <a16:creationId xmlns:a16="http://schemas.microsoft.com/office/drawing/2014/main" id="{F3B80C5E-98C0-F3AB-CB7F-C04848A465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5067" y="3221978"/>
                <a:ext cx="7298216" cy="10347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9pPr>
              </a:lstStyle>
              <a:p>
                <a:pPr marL="0" indent="0" algn="l"/>
                <a:r>
                  <a:rPr lang="en-US" sz="1600" dirty="0"/>
                  <a:t>Apabila :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en-ID" sz="1600" dirty="0"/>
                  <a:t>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𝑡𝑎𝑏</m:t>
                        </m:r>
                      </m:sub>
                    </m:sSub>
                  </m:oMath>
                </a14:m>
                <a:r>
                  <a:rPr lang="en-ID" sz="1600" dirty="0"/>
                  <a:t> = </a:t>
                </a:r>
                <a:r>
                  <a:rPr lang="en-ID" sz="1600" dirty="0" err="1"/>
                  <a:t>berbeda</a:t>
                </a:r>
                <a:r>
                  <a:rPr lang="en-ID" sz="1600" dirty="0"/>
                  <a:t> </a:t>
                </a:r>
                <a:r>
                  <a:rPr lang="en-ID" sz="1600" dirty="0" err="1"/>
                  <a:t>secara</a:t>
                </a:r>
                <a:r>
                  <a:rPr lang="en-ID" sz="1600" dirty="0"/>
                  <a:t> </a:t>
                </a:r>
                <a:r>
                  <a:rPr lang="en-ID" sz="1600" dirty="0" err="1"/>
                  <a:t>signifikansi</a:t>
                </a:r>
                <a:r>
                  <a:rPr lang="en-ID" sz="16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D" sz="1600" dirty="0"/>
                  <a:t> </a:t>
                </a:r>
                <a:r>
                  <a:rPr lang="en-ID" sz="1600" dirty="0" err="1"/>
                  <a:t>ditolak</a:t>
                </a:r>
                <a:r>
                  <a:rPr lang="en-ID" sz="1600" dirty="0"/>
                  <a:t>)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en-ID" sz="1600" dirty="0"/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𝑡𝑎𝑏</m:t>
                        </m:r>
                      </m:sub>
                    </m:sSub>
                  </m:oMath>
                </a14:m>
                <a:r>
                  <a:rPr lang="en-ID" sz="1600" dirty="0"/>
                  <a:t> = </a:t>
                </a:r>
                <a:r>
                  <a:rPr lang="en-ID" sz="1600" dirty="0" err="1"/>
                  <a:t>tidak</a:t>
                </a:r>
                <a:r>
                  <a:rPr lang="en-ID" sz="1600" dirty="0"/>
                  <a:t> </a:t>
                </a:r>
                <a:r>
                  <a:rPr lang="en-ID" sz="1600" dirty="0" err="1"/>
                  <a:t>berbeda</a:t>
                </a:r>
                <a:r>
                  <a:rPr lang="en-ID" sz="1600" dirty="0"/>
                  <a:t> </a:t>
                </a:r>
                <a:r>
                  <a:rPr lang="en-ID" sz="1600" dirty="0" err="1"/>
                  <a:t>secara</a:t>
                </a:r>
                <a:r>
                  <a:rPr lang="en-ID" sz="1600" dirty="0"/>
                  <a:t> </a:t>
                </a:r>
                <a:r>
                  <a:rPr lang="en-ID" sz="1600" dirty="0" err="1"/>
                  <a:t>signifikansi</a:t>
                </a:r>
                <a:r>
                  <a:rPr lang="en-ID" sz="16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D" sz="1600" dirty="0"/>
                  <a:t> diterima)</a:t>
                </a:r>
              </a:p>
            </p:txBody>
          </p:sp>
        </mc:Choice>
        <mc:Fallback xmlns="">
          <p:sp>
            <p:nvSpPr>
              <p:cNvPr id="2593" name="Google Shape;2655;p44">
                <a:extLst>
                  <a:ext uri="{FF2B5EF4-FFF2-40B4-BE49-F238E27FC236}">
                    <a16:creationId xmlns:a16="http://schemas.microsoft.com/office/drawing/2014/main" id="{F3B80C5E-98C0-F3AB-CB7F-C04848A46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5067" y="3221978"/>
                <a:ext cx="7298216" cy="1034782"/>
              </a:xfrm>
              <a:prstGeom prst="rect">
                <a:avLst/>
              </a:prstGeom>
              <a:blipFill>
                <a:blip r:embed="rId5"/>
                <a:stretch>
                  <a:fillRect l="-50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" name="Google Shape;2969;p53"/>
          <p:cNvGrpSpPr/>
          <p:nvPr/>
        </p:nvGrpSpPr>
        <p:grpSpPr>
          <a:xfrm>
            <a:off x="8090276" y="611286"/>
            <a:ext cx="343759" cy="339271"/>
            <a:chOff x="6232000" y="1435050"/>
            <a:chExt cx="488225" cy="481850"/>
          </a:xfrm>
        </p:grpSpPr>
        <p:sp>
          <p:nvSpPr>
            <p:cNvPr id="2970" name="Google Shape;2970;p53"/>
            <p:cNvSpPr/>
            <p:nvPr/>
          </p:nvSpPr>
          <p:spPr>
            <a:xfrm>
              <a:off x="6578000" y="1463375"/>
              <a:ext cx="83150" cy="78250"/>
            </a:xfrm>
            <a:custGeom>
              <a:avLst/>
              <a:gdLst/>
              <a:ahLst/>
              <a:cxnLst/>
              <a:rect l="l" t="t" r="r" b="b"/>
              <a:pathLst>
                <a:path w="3326" h="3130" extrusionOk="0">
                  <a:moveTo>
                    <a:pt x="482" y="1"/>
                  </a:moveTo>
                  <a:cubicBezTo>
                    <a:pt x="280" y="1"/>
                    <a:pt x="95" y="114"/>
                    <a:pt x="1" y="293"/>
                  </a:cubicBezTo>
                  <a:lnTo>
                    <a:pt x="3322" y="3130"/>
                  </a:lnTo>
                  <a:lnTo>
                    <a:pt x="3322" y="564"/>
                  </a:lnTo>
                  <a:cubicBezTo>
                    <a:pt x="3325" y="253"/>
                    <a:pt x="3072" y="1"/>
                    <a:pt x="2761" y="1"/>
                  </a:cubicBezTo>
                  <a:cubicBezTo>
                    <a:pt x="2760" y="1"/>
                    <a:pt x="2758" y="1"/>
                    <a:pt x="2756" y="1"/>
                  </a:cubicBezTo>
                  <a:lnTo>
                    <a:pt x="497" y="1"/>
                  </a:lnTo>
                  <a:cubicBezTo>
                    <a:pt x="492" y="1"/>
                    <a:pt x="487" y="1"/>
                    <a:pt x="4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71" name="Google Shape;2971;p53"/>
            <p:cNvSpPr/>
            <p:nvPr/>
          </p:nvSpPr>
          <p:spPr>
            <a:xfrm>
              <a:off x="6421725" y="1773850"/>
              <a:ext cx="112950" cy="143050"/>
            </a:xfrm>
            <a:custGeom>
              <a:avLst/>
              <a:gdLst/>
              <a:ahLst/>
              <a:cxnLst/>
              <a:rect l="l" t="t" r="r" b="b"/>
              <a:pathLst>
                <a:path w="4518" h="5722" extrusionOk="0">
                  <a:moveTo>
                    <a:pt x="2822" y="1130"/>
                  </a:moveTo>
                  <a:cubicBezTo>
                    <a:pt x="3325" y="1130"/>
                    <a:pt x="3578" y="1738"/>
                    <a:pt x="3222" y="2093"/>
                  </a:cubicBezTo>
                  <a:cubicBezTo>
                    <a:pt x="3106" y="2209"/>
                    <a:pt x="2964" y="2260"/>
                    <a:pt x="2825" y="2260"/>
                  </a:cubicBezTo>
                  <a:cubicBezTo>
                    <a:pt x="2535" y="2260"/>
                    <a:pt x="2259" y="2036"/>
                    <a:pt x="2259" y="1696"/>
                  </a:cubicBezTo>
                  <a:cubicBezTo>
                    <a:pt x="2259" y="1383"/>
                    <a:pt x="2509" y="1130"/>
                    <a:pt x="2822" y="1130"/>
                  </a:cubicBezTo>
                  <a:close/>
                  <a:moveTo>
                    <a:pt x="0" y="1"/>
                  </a:moveTo>
                  <a:lnTo>
                    <a:pt x="0" y="5722"/>
                  </a:lnTo>
                  <a:lnTo>
                    <a:pt x="4517" y="5722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72" name="Google Shape;2972;p53"/>
            <p:cNvSpPr/>
            <p:nvPr/>
          </p:nvSpPr>
          <p:spPr>
            <a:xfrm>
              <a:off x="6448975" y="1632700"/>
              <a:ext cx="56475" cy="56475"/>
            </a:xfrm>
            <a:custGeom>
              <a:avLst/>
              <a:gdLst/>
              <a:ahLst/>
              <a:cxnLst/>
              <a:rect l="l" t="t" r="r" b="b"/>
              <a:pathLst>
                <a:path w="2259" h="2259" extrusionOk="0">
                  <a:moveTo>
                    <a:pt x="0" y="0"/>
                  </a:moveTo>
                  <a:lnTo>
                    <a:pt x="0" y="2259"/>
                  </a:lnTo>
                  <a:lnTo>
                    <a:pt x="2259" y="2259"/>
                  </a:lnTo>
                  <a:lnTo>
                    <a:pt x="22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73" name="Google Shape;2973;p53"/>
            <p:cNvSpPr/>
            <p:nvPr/>
          </p:nvSpPr>
          <p:spPr>
            <a:xfrm>
              <a:off x="6232000" y="1435050"/>
              <a:ext cx="488225" cy="237825"/>
            </a:xfrm>
            <a:custGeom>
              <a:avLst/>
              <a:gdLst/>
              <a:ahLst/>
              <a:cxnLst/>
              <a:rect l="l" t="t" r="r" b="b"/>
              <a:pathLst>
                <a:path w="19529" h="9513" extrusionOk="0">
                  <a:moveTo>
                    <a:pt x="9821" y="0"/>
                  </a:moveTo>
                  <a:cubicBezTo>
                    <a:pt x="9559" y="0"/>
                    <a:pt x="9297" y="92"/>
                    <a:pt x="9086" y="276"/>
                  </a:cubicBezTo>
                  <a:lnTo>
                    <a:pt x="531" y="7521"/>
                  </a:lnTo>
                  <a:cubicBezTo>
                    <a:pt x="61" y="7921"/>
                    <a:pt x="1" y="8626"/>
                    <a:pt x="395" y="9099"/>
                  </a:cubicBezTo>
                  <a:cubicBezTo>
                    <a:pt x="620" y="9369"/>
                    <a:pt x="942" y="9508"/>
                    <a:pt x="1266" y="9508"/>
                  </a:cubicBezTo>
                  <a:cubicBezTo>
                    <a:pt x="1525" y="9508"/>
                    <a:pt x="1785" y="9419"/>
                    <a:pt x="1997" y="9237"/>
                  </a:cubicBezTo>
                  <a:lnTo>
                    <a:pt x="9821" y="2622"/>
                  </a:lnTo>
                  <a:lnTo>
                    <a:pt x="17544" y="9240"/>
                  </a:lnTo>
                  <a:cubicBezTo>
                    <a:pt x="17759" y="9425"/>
                    <a:pt x="18019" y="9513"/>
                    <a:pt x="18278" y="9513"/>
                  </a:cubicBezTo>
                  <a:cubicBezTo>
                    <a:pt x="18661" y="9513"/>
                    <a:pt x="19039" y="9318"/>
                    <a:pt x="19252" y="8954"/>
                  </a:cubicBezTo>
                  <a:cubicBezTo>
                    <a:pt x="19529" y="8482"/>
                    <a:pt x="19430" y="7879"/>
                    <a:pt x="19014" y="7524"/>
                  </a:cubicBezTo>
                  <a:lnTo>
                    <a:pt x="10555" y="276"/>
                  </a:lnTo>
                  <a:cubicBezTo>
                    <a:pt x="10345" y="92"/>
                    <a:pt x="10083" y="0"/>
                    <a:pt x="98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74" name="Google Shape;2974;p53"/>
            <p:cNvSpPr/>
            <p:nvPr/>
          </p:nvSpPr>
          <p:spPr>
            <a:xfrm>
              <a:off x="6291025" y="1537700"/>
              <a:ext cx="369800" cy="379200"/>
            </a:xfrm>
            <a:custGeom>
              <a:avLst/>
              <a:gdLst/>
              <a:ahLst/>
              <a:cxnLst/>
              <a:rect l="l" t="t" r="r" b="b"/>
              <a:pathLst>
                <a:path w="14792" h="15168" extrusionOk="0">
                  <a:moveTo>
                    <a:pt x="9143" y="2671"/>
                  </a:moveTo>
                  <a:cubicBezTo>
                    <a:pt x="9453" y="2671"/>
                    <a:pt x="9706" y="2924"/>
                    <a:pt x="9706" y="3237"/>
                  </a:cubicBezTo>
                  <a:lnTo>
                    <a:pt x="9706" y="6625"/>
                  </a:lnTo>
                  <a:cubicBezTo>
                    <a:pt x="9706" y="6935"/>
                    <a:pt x="9453" y="7188"/>
                    <a:pt x="9143" y="7188"/>
                  </a:cubicBezTo>
                  <a:lnTo>
                    <a:pt x="5755" y="7188"/>
                  </a:lnTo>
                  <a:cubicBezTo>
                    <a:pt x="5442" y="7188"/>
                    <a:pt x="5189" y="6935"/>
                    <a:pt x="5189" y="6625"/>
                  </a:cubicBezTo>
                  <a:lnTo>
                    <a:pt x="5189" y="3237"/>
                  </a:lnTo>
                  <a:cubicBezTo>
                    <a:pt x="5189" y="2924"/>
                    <a:pt x="5442" y="2671"/>
                    <a:pt x="5755" y="2671"/>
                  </a:cubicBezTo>
                  <a:close/>
                  <a:moveTo>
                    <a:pt x="7448" y="0"/>
                  </a:moveTo>
                  <a:lnTo>
                    <a:pt x="4" y="6291"/>
                  </a:lnTo>
                  <a:lnTo>
                    <a:pt x="4" y="14605"/>
                  </a:lnTo>
                  <a:cubicBezTo>
                    <a:pt x="1" y="14913"/>
                    <a:pt x="254" y="15168"/>
                    <a:pt x="564" y="15168"/>
                  </a:cubicBezTo>
                  <a:cubicBezTo>
                    <a:pt x="566" y="15168"/>
                    <a:pt x="568" y="15168"/>
                    <a:pt x="570" y="15168"/>
                  </a:cubicBezTo>
                  <a:lnTo>
                    <a:pt x="4060" y="15168"/>
                  </a:lnTo>
                  <a:lnTo>
                    <a:pt x="4060" y="8883"/>
                  </a:lnTo>
                  <a:cubicBezTo>
                    <a:pt x="4060" y="8570"/>
                    <a:pt x="4313" y="8317"/>
                    <a:pt x="4626" y="8317"/>
                  </a:cubicBezTo>
                  <a:lnTo>
                    <a:pt x="10272" y="8317"/>
                  </a:lnTo>
                  <a:cubicBezTo>
                    <a:pt x="10582" y="8317"/>
                    <a:pt x="10835" y="8570"/>
                    <a:pt x="10835" y="8883"/>
                  </a:cubicBezTo>
                  <a:lnTo>
                    <a:pt x="10835" y="15168"/>
                  </a:lnTo>
                  <a:lnTo>
                    <a:pt x="14223" y="15168"/>
                  </a:lnTo>
                  <a:cubicBezTo>
                    <a:pt x="14225" y="15168"/>
                    <a:pt x="14227" y="15168"/>
                    <a:pt x="14228" y="15168"/>
                  </a:cubicBezTo>
                  <a:cubicBezTo>
                    <a:pt x="14539" y="15168"/>
                    <a:pt x="14792" y="14913"/>
                    <a:pt x="14789" y="14605"/>
                  </a:cubicBezTo>
                  <a:lnTo>
                    <a:pt x="14789" y="6291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975" name="Google Shape;2975;p53">
            <a:hlinkClick r:id="rId3" action="ppaction://hlinksldjump"/>
          </p:cNvPr>
          <p:cNvSpPr/>
          <p:nvPr/>
        </p:nvSpPr>
        <p:spPr>
          <a:xfrm>
            <a:off x="8016900" y="576463"/>
            <a:ext cx="490500" cy="4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78" name="Google Shape;2978;p53"/>
          <p:cNvGrpSpPr/>
          <p:nvPr/>
        </p:nvGrpSpPr>
        <p:grpSpPr>
          <a:xfrm>
            <a:off x="5524652" y="2516706"/>
            <a:ext cx="2457126" cy="2081961"/>
            <a:chOff x="-52968" y="561825"/>
            <a:chExt cx="3179100" cy="2693700"/>
          </a:xfrm>
        </p:grpSpPr>
        <p:sp>
          <p:nvSpPr>
            <p:cNvPr id="2979" name="Google Shape;2979;p53"/>
            <p:cNvSpPr/>
            <p:nvPr/>
          </p:nvSpPr>
          <p:spPr>
            <a:xfrm>
              <a:off x="-52968" y="561825"/>
              <a:ext cx="3179100" cy="26937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980" name="Google Shape;2980;p53"/>
            <p:cNvCxnSpPr/>
            <p:nvPr/>
          </p:nvCxnSpPr>
          <p:spPr>
            <a:xfrm>
              <a:off x="-48325" y="2977669"/>
              <a:ext cx="3174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81" name="Google Shape;2981;p53"/>
            <p:cNvCxnSpPr/>
            <p:nvPr/>
          </p:nvCxnSpPr>
          <p:spPr>
            <a:xfrm>
              <a:off x="-48325" y="883412"/>
              <a:ext cx="3174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982" name="Google Shape;2982;p53"/>
            <p:cNvGrpSpPr/>
            <p:nvPr/>
          </p:nvGrpSpPr>
          <p:grpSpPr>
            <a:xfrm>
              <a:off x="25222" y="649946"/>
              <a:ext cx="415800" cy="111000"/>
              <a:chOff x="711022" y="726146"/>
              <a:chExt cx="415800" cy="111000"/>
            </a:xfrm>
          </p:grpSpPr>
          <p:sp>
            <p:nvSpPr>
              <p:cNvPr id="2983" name="Google Shape;2983;p53"/>
              <p:cNvSpPr/>
              <p:nvPr/>
            </p:nvSpPr>
            <p:spPr>
              <a:xfrm>
                <a:off x="7110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Google Shape;2984;p53"/>
              <p:cNvSpPr/>
              <p:nvPr/>
            </p:nvSpPr>
            <p:spPr>
              <a:xfrm>
                <a:off x="8634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Google Shape;2985;p53"/>
              <p:cNvSpPr/>
              <p:nvPr/>
            </p:nvSpPr>
            <p:spPr>
              <a:xfrm>
                <a:off x="1015822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86" name="Google Shape;2986;p53"/>
          <p:cNvGrpSpPr/>
          <p:nvPr/>
        </p:nvGrpSpPr>
        <p:grpSpPr>
          <a:xfrm>
            <a:off x="781696" y="489800"/>
            <a:ext cx="5564148" cy="2590326"/>
            <a:chOff x="3094675" y="2008341"/>
            <a:chExt cx="4955601" cy="2590326"/>
          </a:xfrm>
        </p:grpSpPr>
        <p:grpSp>
          <p:nvGrpSpPr>
            <p:cNvPr id="2987" name="Google Shape;2987;p53"/>
            <p:cNvGrpSpPr/>
            <p:nvPr/>
          </p:nvGrpSpPr>
          <p:grpSpPr>
            <a:xfrm>
              <a:off x="3094675" y="2008341"/>
              <a:ext cx="4955601" cy="2590326"/>
              <a:chOff x="512550" y="529925"/>
              <a:chExt cx="8130600" cy="4187400"/>
            </a:xfrm>
          </p:grpSpPr>
          <p:grpSp>
            <p:nvGrpSpPr>
              <p:cNvPr id="2988" name="Google Shape;2988;p53"/>
              <p:cNvGrpSpPr/>
              <p:nvPr/>
            </p:nvGrpSpPr>
            <p:grpSpPr>
              <a:xfrm>
                <a:off x="512550" y="529925"/>
                <a:ext cx="8130600" cy="4187400"/>
                <a:chOff x="512550" y="529925"/>
                <a:chExt cx="8130600" cy="4187400"/>
              </a:xfrm>
            </p:grpSpPr>
            <p:sp>
              <p:nvSpPr>
                <p:cNvPr id="2989" name="Google Shape;2989;p53"/>
                <p:cNvSpPr/>
                <p:nvPr/>
              </p:nvSpPr>
              <p:spPr>
                <a:xfrm>
                  <a:off x="512550" y="529925"/>
                  <a:ext cx="8130600" cy="4187400"/>
                </a:xfrm>
                <a:prstGeom prst="rect">
                  <a:avLst/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990" name="Google Shape;2990;p53"/>
                <p:cNvCxnSpPr/>
                <p:nvPr/>
              </p:nvCxnSpPr>
              <p:spPr>
                <a:xfrm>
                  <a:off x="524425" y="1029828"/>
                  <a:ext cx="81186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2991" name="Google Shape;2991;p53"/>
              <p:cNvCxnSpPr/>
              <p:nvPr/>
            </p:nvCxnSpPr>
            <p:spPr>
              <a:xfrm>
                <a:off x="524425" y="4522222"/>
                <a:ext cx="81186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992" name="Google Shape;2992;p53"/>
            <p:cNvGrpSpPr/>
            <p:nvPr/>
          </p:nvGrpSpPr>
          <p:grpSpPr>
            <a:xfrm>
              <a:off x="3247080" y="2082414"/>
              <a:ext cx="415800" cy="111000"/>
              <a:chOff x="3676097" y="2357196"/>
              <a:chExt cx="415800" cy="111000"/>
            </a:xfrm>
          </p:grpSpPr>
          <p:sp>
            <p:nvSpPr>
              <p:cNvPr id="2993" name="Google Shape;2993;p53"/>
              <p:cNvSpPr/>
              <p:nvPr/>
            </p:nvSpPr>
            <p:spPr>
              <a:xfrm>
                <a:off x="3676097" y="235719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Google Shape;2994;p53"/>
              <p:cNvSpPr/>
              <p:nvPr/>
            </p:nvSpPr>
            <p:spPr>
              <a:xfrm>
                <a:off x="3828497" y="235719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Google Shape;2995;p53"/>
              <p:cNvSpPr/>
              <p:nvPr/>
            </p:nvSpPr>
            <p:spPr>
              <a:xfrm>
                <a:off x="3980897" y="235719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996" name="Google Shape;2996;p53"/>
          <p:cNvSpPr txBox="1">
            <a:spLocks noGrp="1"/>
          </p:cNvSpPr>
          <p:nvPr>
            <p:ph type="title"/>
          </p:nvPr>
        </p:nvSpPr>
        <p:spPr>
          <a:xfrm>
            <a:off x="1142942" y="1293932"/>
            <a:ext cx="4841655" cy="104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Independent Sample T – Test </a:t>
            </a:r>
            <a:endParaRPr sz="3200" dirty="0"/>
          </a:p>
        </p:txBody>
      </p:sp>
      <p:sp>
        <p:nvSpPr>
          <p:cNvPr id="2997" name="Google Shape;2997;p53"/>
          <p:cNvSpPr txBox="1">
            <a:spLocks noGrp="1"/>
          </p:cNvSpPr>
          <p:nvPr>
            <p:ph type="title" idx="2"/>
          </p:nvPr>
        </p:nvSpPr>
        <p:spPr>
          <a:xfrm flipH="1">
            <a:off x="5364200" y="3017725"/>
            <a:ext cx="2778000" cy="119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3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5" name="Google Shape;3005;p54"/>
          <p:cNvGrpSpPr/>
          <p:nvPr/>
        </p:nvGrpSpPr>
        <p:grpSpPr>
          <a:xfrm>
            <a:off x="8090276" y="611286"/>
            <a:ext cx="343759" cy="339271"/>
            <a:chOff x="6232000" y="1435050"/>
            <a:chExt cx="488225" cy="481850"/>
          </a:xfrm>
        </p:grpSpPr>
        <p:sp>
          <p:nvSpPr>
            <p:cNvPr id="3006" name="Google Shape;3006;p54"/>
            <p:cNvSpPr/>
            <p:nvPr/>
          </p:nvSpPr>
          <p:spPr>
            <a:xfrm>
              <a:off x="6578000" y="1463375"/>
              <a:ext cx="83150" cy="78250"/>
            </a:xfrm>
            <a:custGeom>
              <a:avLst/>
              <a:gdLst/>
              <a:ahLst/>
              <a:cxnLst/>
              <a:rect l="l" t="t" r="r" b="b"/>
              <a:pathLst>
                <a:path w="3326" h="3130" extrusionOk="0">
                  <a:moveTo>
                    <a:pt x="482" y="1"/>
                  </a:moveTo>
                  <a:cubicBezTo>
                    <a:pt x="280" y="1"/>
                    <a:pt x="95" y="114"/>
                    <a:pt x="1" y="293"/>
                  </a:cubicBezTo>
                  <a:lnTo>
                    <a:pt x="3322" y="3130"/>
                  </a:lnTo>
                  <a:lnTo>
                    <a:pt x="3322" y="564"/>
                  </a:lnTo>
                  <a:cubicBezTo>
                    <a:pt x="3325" y="253"/>
                    <a:pt x="3072" y="1"/>
                    <a:pt x="2761" y="1"/>
                  </a:cubicBezTo>
                  <a:cubicBezTo>
                    <a:pt x="2760" y="1"/>
                    <a:pt x="2758" y="1"/>
                    <a:pt x="2756" y="1"/>
                  </a:cubicBezTo>
                  <a:lnTo>
                    <a:pt x="497" y="1"/>
                  </a:lnTo>
                  <a:cubicBezTo>
                    <a:pt x="492" y="1"/>
                    <a:pt x="487" y="1"/>
                    <a:pt x="4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007" name="Google Shape;3007;p54"/>
            <p:cNvSpPr/>
            <p:nvPr/>
          </p:nvSpPr>
          <p:spPr>
            <a:xfrm>
              <a:off x="6421725" y="1773850"/>
              <a:ext cx="112950" cy="143050"/>
            </a:xfrm>
            <a:custGeom>
              <a:avLst/>
              <a:gdLst/>
              <a:ahLst/>
              <a:cxnLst/>
              <a:rect l="l" t="t" r="r" b="b"/>
              <a:pathLst>
                <a:path w="4518" h="5722" extrusionOk="0">
                  <a:moveTo>
                    <a:pt x="2822" y="1130"/>
                  </a:moveTo>
                  <a:cubicBezTo>
                    <a:pt x="3325" y="1130"/>
                    <a:pt x="3578" y="1738"/>
                    <a:pt x="3222" y="2093"/>
                  </a:cubicBezTo>
                  <a:cubicBezTo>
                    <a:pt x="3106" y="2209"/>
                    <a:pt x="2964" y="2260"/>
                    <a:pt x="2825" y="2260"/>
                  </a:cubicBezTo>
                  <a:cubicBezTo>
                    <a:pt x="2535" y="2260"/>
                    <a:pt x="2259" y="2036"/>
                    <a:pt x="2259" y="1696"/>
                  </a:cubicBezTo>
                  <a:cubicBezTo>
                    <a:pt x="2259" y="1383"/>
                    <a:pt x="2509" y="1130"/>
                    <a:pt x="2822" y="1130"/>
                  </a:cubicBezTo>
                  <a:close/>
                  <a:moveTo>
                    <a:pt x="0" y="1"/>
                  </a:moveTo>
                  <a:lnTo>
                    <a:pt x="0" y="5722"/>
                  </a:lnTo>
                  <a:lnTo>
                    <a:pt x="4517" y="5722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008" name="Google Shape;3008;p54"/>
            <p:cNvSpPr/>
            <p:nvPr/>
          </p:nvSpPr>
          <p:spPr>
            <a:xfrm>
              <a:off x="6448975" y="1632700"/>
              <a:ext cx="56475" cy="56475"/>
            </a:xfrm>
            <a:custGeom>
              <a:avLst/>
              <a:gdLst/>
              <a:ahLst/>
              <a:cxnLst/>
              <a:rect l="l" t="t" r="r" b="b"/>
              <a:pathLst>
                <a:path w="2259" h="2259" extrusionOk="0">
                  <a:moveTo>
                    <a:pt x="0" y="0"/>
                  </a:moveTo>
                  <a:lnTo>
                    <a:pt x="0" y="2259"/>
                  </a:lnTo>
                  <a:lnTo>
                    <a:pt x="2259" y="2259"/>
                  </a:lnTo>
                  <a:lnTo>
                    <a:pt x="22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009" name="Google Shape;3009;p54"/>
            <p:cNvSpPr/>
            <p:nvPr/>
          </p:nvSpPr>
          <p:spPr>
            <a:xfrm>
              <a:off x="6232000" y="1435050"/>
              <a:ext cx="488225" cy="237825"/>
            </a:xfrm>
            <a:custGeom>
              <a:avLst/>
              <a:gdLst/>
              <a:ahLst/>
              <a:cxnLst/>
              <a:rect l="l" t="t" r="r" b="b"/>
              <a:pathLst>
                <a:path w="19529" h="9513" extrusionOk="0">
                  <a:moveTo>
                    <a:pt x="9821" y="0"/>
                  </a:moveTo>
                  <a:cubicBezTo>
                    <a:pt x="9559" y="0"/>
                    <a:pt x="9297" y="92"/>
                    <a:pt x="9086" y="276"/>
                  </a:cubicBezTo>
                  <a:lnTo>
                    <a:pt x="531" y="7521"/>
                  </a:lnTo>
                  <a:cubicBezTo>
                    <a:pt x="61" y="7921"/>
                    <a:pt x="1" y="8626"/>
                    <a:pt x="395" y="9099"/>
                  </a:cubicBezTo>
                  <a:cubicBezTo>
                    <a:pt x="620" y="9369"/>
                    <a:pt x="942" y="9508"/>
                    <a:pt x="1266" y="9508"/>
                  </a:cubicBezTo>
                  <a:cubicBezTo>
                    <a:pt x="1525" y="9508"/>
                    <a:pt x="1785" y="9419"/>
                    <a:pt x="1997" y="9237"/>
                  </a:cubicBezTo>
                  <a:lnTo>
                    <a:pt x="9821" y="2622"/>
                  </a:lnTo>
                  <a:lnTo>
                    <a:pt x="17544" y="9240"/>
                  </a:lnTo>
                  <a:cubicBezTo>
                    <a:pt x="17759" y="9425"/>
                    <a:pt x="18019" y="9513"/>
                    <a:pt x="18278" y="9513"/>
                  </a:cubicBezTo>
                  <a:cubicBezTo>
                    <a:pt x="18661" y="9513"/>
                    <a:pt x="19039" y="9318"/>
                    <a:pt x="19252" y="8954"/>
                  </a:cubicBezTo>
                  <a:cubicBezTo>
                    <a:pt x="19529" y="8482"/>
                    <a:pt x="19430" y="7879"/>
                    <a:pt x="19014" y="7524"/>
                  </a:cubicBezTo>
                  <a:lnTo>
                    <a:pt x="10555" y="276"/>
                  </a:lnTo>
                  <a:cubicBezTo>
                    <a:pt x="10345" y="92"/>
                    <a:pt x="10083" y="0"/>
                    <a:pt x="98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010" name="Google Shape;3010;p54"/>
            <p:cNvSpPr/>
            <p:nvPr/>
          </p:nvSpPr>
          <p:spPr>
            <a:xfrm>
              <a:off x="6291025" y="1537700"/>
              <a:ext cx="369800" cy="379200"/>
            </a:xfrm>
            <a:custGeom>
              <a:avLst/>
              <a:gdLst/>
              <a:ahLst/>
              <a:cxnLst/>
              <a:rect l="l" t="t" r="r" b="b"/>
              <a:pathLst>
                <a:path w="14792" h="15168" extrusionOk="0">
                  <a:moveTo>
                    <a:pt x="9143" y="2671"/>
                  </a:moveTo>
                  <a:cubicBezTo>
                    <a:pt x="9453" y="2671"/>
                    <a:pt x="9706" y="2924"/>
                    <a:pt x="9706" y="3237"/>
                  </a:cubicBezTo>
                  <a:lnTo>
                    <a:pt x="9706" y="6625"/>
                  </a:lnTo>
                  <a:cubicBezTo>
                    <a:pt x="9706" y="6935"/>
                    <a:pt x="9453" y="7188"/>
                    <a:pt x="9143" y="7188"/>
                  </a:cubicBezTo>
                  <a:lnTo>
                    <a:pt x="5755" y="7188"/>
                  </a:lnTo>
                  <a:cubicBezTo>
                    <a:pt x="5442" y="7188"/>
                    <a:pt x="5189" y="6935"/>
                    <a:pt x="5189" y="6625"/>
                  </a:cubicBezTo>
                  <a:lnTo>
                    <a:pt x="5189" y="3237"/>
                  </a:lnTo>
                  <a:cubicBezTo>
                    <a:pt x="5189" y="2924"/>
                    <a:pt x="5442" y="2671"/>
                    <a:pt x="5755" y="2671"/>
                  </a:cubicBezTo>
                  <a:close/>
                  <a:moveTo>
                    <a:pt x="7448" y="0"/>
                  </a:moveTo>
                  <a:lnTo>
                    <a:pt x="4" y="6291"/>
                  </a:lnTo>
                  <a:lnTo>
                    <a:pt x="4" y="14605"/>
                  </a:lnTo>
                  <a:cubicBezTo>
                    <a:pt x="1" y="14913"/>
                    <a:pt x="254" y="15168"/>
                    <a:pt x="564" y="15168"/>
                  </a:cubicBezTo>
                  <a:cubicBezTo>
                    <a:pt x="566" y="15168"/>
                    <a:pt x="568" y="15168"/>
                    <a:pt x="570" y="15168"/>
                  </a:cubicBezTo>
                  <a:lnTo>
                    <a:pt x="4060" y="15168"/>
                  </a:lnTo>
                  <a:lnTo>
                    <a:pt x="4060" y="8883"/>
                  </a:lnTo>
                  <a:cubicBezTo>
                    <a:pt x="4060" y="8570"/>
                    <a:pt x="4313" y="8317"/>
                    <a:pt x="4626" y="8317"/>
                  </a:cubicBezTo>
                  <a:lnTo>
                    <a:pt x="10272" y="8317"/>
                  </a:lnTo>
                  <a:cubicBezTo>
                    <a:pt x="10582" y="8317"/>
                    <a:pt x="10835" y="8570"/>
                    <a:pt x="10835" y="8883"/>
                  </a:cubicBezTo>
                  <a:lnTo>
                    <a:pt x="10835" y="15168"/>
                  </a:lnTo>
                  <a:lnTo>
                    <a:pt x="14223" y="15168"/>
                  </a:lnTo>
                  <a:cubicBezTo>
                    <a:pt x="14225" y="15168"/>
                    <a:pt x="14227" y="15168"/>
                    <a:pt x="14228" y="15168"/>
                  </a:cubicBezTo>
                  <a:cubicBezTo>
                    <a:pt x="14539" y="15168"/>
                    <a:pt x="14792" y="14913"/>
                    <a:pt x="14789" y="14605"/>
                  </a:cubicBezTo>
                  <a:lnTo>
                    <a:pt x="14789" y="6291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3011" name="Google Shape;3011;p54">
            <a:hlinkClick r:id="rId3" action="ppaction://hlinksldjump"/>
          </p:cNvPr>
          <p:cNvSpPr/>
          <p:nvPr/>
        </p:nvSpPr>
        <p:spPr>
          <a:xfrm>
            <a:off x="8016900" y="576463"/>
            <a:ext cx="490500" cy="4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3" name="Google Shape;3033;p54"/>
          <p:cNvSpPr txBox="1">
            <a:spLocks noGrp="1"/>
          </p:cNvSpPr>
          <p:nvPr>
            <p:ph type="subTitle" idx="1"/>
          </p:nvPr>
        </p:nvSpPr>
        <p:spPr>
          <a:xfrm>
            <a:off x="1412688" y="1287650"/>
            <a:ext cx="6318623" cy="14138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 dirty="0"/>
              <a:t>T</a:t>
            </a:r>
            <a:r>
              <a:rPr lang="en" sz="1600" dirty="0"/>
              <a:t>ujuan dari pengujian ini adalah untuk menentukan perbedaan rata-rata antara dua populasi/kelompok data yang independen. </a:t>
            </a:r>
            <a:r>
              <a:rPr lang="en-ID" sz="1600" dirty="0"/>
              <a:t>S</a:t>
            </a:r>
            <a:r>
              <a:rPr lang="en" sz="1600" dirty="0"/>
              <a:t>tudi kasus ingin mengetahui hubungan antara merokok dan berat badan lahir pada ibu hamil. </a:t>
            </a:r>
            <a:r>
              <a:rPr lang="en-ID" sz="1600" dirty="0"/>
              <a:t>R</a:t>
            </a:r>
            <a:r>
              <a:rPr lang="en" sz="1600" dirty="0"/>
              <a:t>esponden dibagi menjadi dua kelompok, perokok dan bukan perokok.</a:t>
            </a:r>
            <a:endParaRPr sz="1600" dirty="0"/>
          </a:p>
        </p:txBody>
      </p:sp>
      <p:sp>
        <p:nvSpPr>
          <p:cNvPr id="3034" name="Google Shape;3034;p54"/>
          <p:cNvSpPr/>
          <p:nvPr/>
        </p:nvSpPr>
        <p:spPr>
          <a:xfrm>
            <a:off x="253668" y="2179650"/>
            <a:ext cx="784200" cy="7842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5" name="Google Shape;3035;p54"/>
          <p:cNvSpPr txBox="1">
            <a:spLocks noGrp="1"/>
          </p:cNvSpPr>
          <p:nvPr>
            <p:ph type="ctrTitle" idx="4294967295"/>
          </p:nvPr>
        </p:nvSpPr>
        <p:spPr>
          <a:xfrm>
            <a:off x="253668" y="2338062"/>
            <a:ext cx="784200" cy="46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Lato"/>
                <a:ea typeface="Lato"/>
                <a:cs typeface="Lato"/>
                <a:sym typeface="Lato"/>
              </a:rPr>
              <a:t>01</a:t>
            </a:r>
            <a:endParaRPr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" name="Google Shape;2651;p44">
            <a:extLst>
              <a:ext uri="{FF2B5EF4-FFF2-40B4-BE49-F238E27FC236}">
                <a16:creationId xmlns:a16="http://schemas.microsoft.com/office/drawing/2014/main" id="{593B71BF-3652-9BC8-7C21-4887D0056C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7868" y="483984"/>
            <a:ext cx="703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DASAR TEORI</a:t>
            </a:r>
            <a:endParaRPr sz="3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14A3A9-7248-2A2F-4014-632DCA6C42F2}"/>
              </a:ext>
            </a:extLst>
          </p:cNvPr>
          <p:cNvSpPr txBox="1"/>
          <p:nvPr/>
        </p:nvSpPr>
        <p:spPr>
          <a:xfrm>
            <a:off x="1815685" y="2724005"/>
            <a:ext cx="67120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Uji T independent </a:t>
            </a:r>
            <a:r>
              <a:rPr lang="en-US" sz="16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ini</a:t>
            </a:r>
            <a:r>
              <a:rPr lang="en-US" sz="16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memiliki</a:t>
            </a:r>
            <a:r>
              <a:rPr lang="en-US" sz="16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asumsi</a:t>
            </a:r>
            <a:r>
              <a:rPr lang="en-US" sz="16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/</a:t>
            </a:r>
            <a:r>
              <a:rPr lang="en-US" sz="16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syarat</a:t>
            </a:r>
            <a:r>
              <a:rPr lang="en-US" sz="16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yang </a:t>
            </a:r>
            <a:r>
              <a:rPr lang="en-US" sz="16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harus</a:t>
            </a:r>
            <a:r>
              <a:rPr lang="en-US" sz="16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dipenuhi</a:t>
            </a:r>
            <a:r>
              <a:rPr lang="en-US" sz="16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16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yaitu</a:t>
            </a:r>
            <a:r>
              <a:rPr lang="en-US" sz="16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: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6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Datanya</a:t>
            </a:r>
            <a:r>
              <a:rPr lang="en-US" sz="16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berdistribusi</a:t>
            </a:r>
            <a:r>
              <a:rPr lang="en-US" sz="16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normal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6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Kedua</a:t>
            </a:r>
            <a:r>
              <a:rPr lang="en-US" sz="16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kelompok</a:t>
            </a:r>
            <a:r>
              <a:rPr lang="en-US" sz="16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data independent (</a:t>
            </a:r>
            <a:r>
              <a:rPr lang="en-US" sz="16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bebas</a:t>
            </a:r>
            <a:r>
              <a:rPr lang="en-US" sz="16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6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Variabel</a:t>
            </a:r>
            <a:r>
              <a:rPr lang="en-US" sz="16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yang </a:t>
            </a:r>
            <a:r>
              <a:rPr lang="en-US" sz="16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dihubungkan</a:t>
            </a:r>
            <a:r>
              <a:rPr lang="en-US" sz="16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berbentuk</a:t>
            </a:r>
            <a:r>
              <a:rPr lang="en-US" sz="16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numerik</a:t>
            </a:r>
            <a:r>
              <a:rPr lang="en-US" sz="16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dan </a:t>
            </a:r>
            <a:r>
              <a:rPr lang="en-US" sz="16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kategorik</a:t>
            </a:r>
            <a:r>
              <a:rPr lang="en-US" sz="16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</a:t>
            </a:r>
            <a:r>
              <a:rPr lang="en-US" sz="16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dengan</a:t>
            </a:r>
            <a:r>
              <a:rPr lang="en-US" sz="16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hanya</a:t>
            </a:r>
            <a:r>
              <a:rPr lang="en-US" sz="16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2 </a:t>
            </a:r>
            <a:r>
              <a:rPr lang="en-US" sz="16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kelompok</a:t>
            </a:r>
            <a:r>
              <a:rPr lang="en-US" sz="16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</a:p>
          <a:p>
            <a:endParaRPr lang="en-ID" sz="16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6" name="Google Shape;2686;p46"/>
          <p:cNvGrpSpPr/>
          <p:nvPr/>
        </p:nvGrpSpPr>
        <p:grpSpPr>
          <a:xfrm>
            <a:off x="4713844" y="1424291"/>
            <a:ext cx="3510017" cy="2926719"/>
            <a:chOff x="719999" y="1677325"/>
            <a:chExt cx="3586408" cy="2103750"/>
          </a:xfrm>
        </p:grpSpPr>
        <p:grpSp>
          <p:nvGrpSpPr>
            <p:cNvPr id="2687" name="Google Shape;2687;p46"/>
            <p:cNvGrpSpPr/>
            <p:nvPr/>
          </p:nvGrpSpPr>
          <p:grpSpPr>
            <a:xfrm>
              <a:off x="719999" y="1677325"/>
              <a:ext cx="3586408" cy="2103750"/>
              <a:chOff x="512550" y="529925"/>
              <a:chExt cx="8130600" cy="4187400"/>
            </a:xfrm>
          </p:grpSpPr>
          <p:grpSp>
            <p:nvGrpSpPr>
              <p:cNvPr id="2688" name="Google Shape;2688;p46"/>
              <p:cNvGrpSpPr/>
              <p:nvPr/>
            </p:nvGrpSpPr>
            <p:grpSpPr>
              <a:xfrm>
                <a:off x="512550" y="529925"/>
                <a:ext cx="8130600" cy="4187400"/>
                <a:chOff x="512550" y="529925"/>
                <a:chExt cx="8130600" cy="4187400"/>
              </a:xfrm>
            </p:grpSpPr>
            <p:sp>
              <p:nvSpPr>
                <p:cNvPr id="2689" name="Google Shape;2689;p46"/>
                <p:cNvSpPr/>
                <p:nvPr/>
              </p:nvSpPr>
              <p:spPr>
                <a:xfrm>
                  <a:off x="512550" y="529925"/>
                  <a:ext cx="8130600" cy="4187400"/>
                </a:xfrm>
                <a:prstGeom prst="rect">
                  <a:avLst/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690" name="Google Shape;2690;p46"/>
                <p:cNvCxnSpPr/>
                <p:nvPr/>
              </p:nvCxnSpPr>
              <p:spPr>
                <a:xfrm>
                  <a:off x="524425" y="1029828"/>
                  <a:ext cx="81186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2691" name="Google Shape;2691;p46"/>
              <p:cNvCxnSpPr/>
              <p:nvPr/>
            </p:nvCxnSpPr>
            <p:spPr>
              <a:xfrm>
                <a:off x="524425" y="4522222"/>
                <a:ext cx="81186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92" name="Google Shape;2692;p46"/>
            <p:cNvGrpSpPr/>
            <p:nvPr/>
          </p:nvGrpSpPr>
          <p:grpSpPr>
            <a:xfrm>
              <a:off x="791815" y="1776598"/>
              <a:ext cx="241122" cy="64369"/>
              <a:chOff x="2550650" y="726146"/>
              <a:chExt cx="415800" cy="111000"/>
            </a:xfrm>
          </p:grpSpPr>
          <p:sp>
            <p:nvSpPr>
              <p:cNvPr id="2693" name="Google Shape;2693;p46"/>
              <p:cNvSpPr/>
              <p:nvPr/>
            </p:nvSpPr>
            <p:spPr>
              <a:xfrm>
                <a:off x="2855450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Google Shape;2694;p46"/>
              <p:cNvSpPr/>
              <p:nvPr/>
            </p:nvSpPr>
            <p:spPr>
              <a:xfrm>
                <a:off x="2703050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Google Shape;2695;p46"/>
              <p:cNvSpPr/>
              <p:nvPr/>
            </p:nvSpPr>
            <p:spPr>
              <a:xfrm>
                <a:off x="2550650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696" name="Google Shape;2696;p46"/>
          <p:cNvGrpSpPr/>
          <p:nvPr/>
        </p:nvGrpSpPr>
        <p:grpSpPr>
          <a:xfrm>
            <a:off x="733716" y="2690181"/>
            <a:ext cx="3838284" cy="2103750"/>
            <a:chOff x="719999" y="1677325"/>
            <a:chExt cx="3586408" cy="2103750"/>
          </a:xfrm>
        </p:grpSpPr>
        <p:grpSp>
          <p:nvGrpSpPr>
            <p:cNvPr id="2697" name="Google Shape;2697;p46"/>
            <p:cNvGrpSpPr/>
            <p:nvPr/>
          </p:nvGrpSpPr>
          <p:grpSpPr>
            <a:xfrm>
              <a:off x="719999" y="1677325"/>
              <a:ext cx="3586408" cy="2103750"/>
              <a:chOff x="512550" y="529925"/>
              <a:chExt cx="8130600" cy="4187400"/>
            </a:xfrm>
          </p:grpSpPr>
          <p:grpSp>
            <p:nvGrpSpPr>
              <p:cNvPr id="2698" name="Google Shape;2698;p46"/>
              <p:cNvGrpSpPr/>
              <p:nvPr/>
            </p:nvGrpSpPr>
            <p:grpSpPr>
              <a:xfrm>
                <a:off x="512550" y="529925"/>
                <a:ext cx="8130600" cy="4187400"/>
                <a:chOff x="512550" y="529925"/>
                <a:chExt cx="8130600" cy="4187400"/>
              </a:xfrm>
            </p:grpSpPr>
            <p:sp>
              <p:nvSpPr>
                <p:cNvPr id="2699" name="Google Shape;2699;p46"/>
                <p:cNvSpPr/>
                <p:nvPr/>
              </p:nvSpPr>
              <p:spPr>
                <a:xfrm>
                  <a:off x="512550" y="529925"/>
                  <a:ext cx="8130600" cy="4187400"/>
                </a:xfrm>
                <a:prstGeom prst="rect">
                  <a:avLst/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700" name="Google Shape;2700;p46"/>
                <p:cNvCxnSpPr/>
                <p:nvPr/>
              </p:nvCxnSpPr>
              <p:spPr>
                <a:xfrm>
                  <a:off x="524425" y="1029828"/>
                  <a:ext cx="81186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2701" name="Google Shape;2701;p46"/>
              <p:cNvCxnSpPr/>
              <p:nvPr/>
            </p:nvCxnSpPr>
            <p:spPr>
              <a:xfrm>
                <a:off x="524425" y="4522222"/>
                <a:ext cx="81186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702" name="Google Shape;2702;p46"/>
            <p:cNvGrpSpPr/>
            <p:nvPr/>
          </p:nvGrpSpPr>
          <p:grpSpPr>
            <a:xfrm>
              <a:off x="791815" y="1776598"/>
              <a:ext cx="241122" cy="64369"/>
              <a:chOff x="2550650" y="726146"/>
              <a:chExt cx="415800" cy="111000"/>
            </a:xfrm>
          </p:grpSpPr>
          <p:sp>
            <p:nvSpPr>
              <p:cNvPr id="2703" name="Google Shape;2703;p46"/>
              <p:cNvSpPr/>
              <p:nvPr/>
            </p:nvSpPr>
            <p:spPr>
              <a:xfrm>
                <a:off x="2855450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Google Shape;2704;p46"/>
              <p:cNvSpPr/>
              <p:nvPr/>
            </p:nvSpPr>
            <p:spPr>
              <a:xfrm>
                <a:off x="2703050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Google Shape;2705;p46"/>
              <p:cNvSpPr/>
              <p:nvPr/>
            </p:nvSpPr>
            <p:spPr>
              <a:xfrm>
                <a:off x="2550650" y="726146"/>
                <a:ext cx="111000" cy="111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706" name="Google Shape;2706;p46"/>
          <p:cNvSpPr txBox="1">
            <a:spLocks noGrp="1"/>
          </p:cNvSpPr>
          <p:nvPr>
            <p:ph type="title"/>
          </p:nvPr>
        </p:nvSpPr>
        <p:spPr>
          <a:xfrm>
            <a:off x="1053725" y="445025"/>
            <a:ext cx="703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RUMUS 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9" name="Google Shape;2709;p46"/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4958952" y="1907572"/>
                <a:ext cx="3019800" cy="233040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D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nary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800" dirty="0"/>
                  <a:t> 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D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nary>
                      </m:num>
                      <m:den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800" dirty="0"/>
                  <a:t> 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D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𝑆𝑆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Sup>
                          <m:sSub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f>
                          <m:f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e>
                              <m: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r>
                  <a:rPr lang="en-US" sz="1800" dirty="0"/>
                  <a:t> 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D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𝑆𝑆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Sup>
                          <m:sSub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− 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800" dirty="0"/>
                  <a:t> </a:t>
                </a:r>
                <a:endParaRPr sz="1800" dirty="0"/>
              </a:p>
            </p:txBody>
          </p:sp>
        </mc:Choice>
        <mc:Fallback xmlns="">
          <p:sp>
            <p:nvSpPr>
              <p:cNvPr id="2709" name="Google Shape;2709;p4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958952" y="1907572"/>
                <a:ext cx="3019800" cy="23304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10" name="Google Shape;2710;p46"/>
              <p:cNvSpPr txBox="1">
                <a:spLocks noGrp="1"/>
              </p:cNvSpPr>
              <p:nvPr>
                <p:ph type="subTitle" idx="4"/>
              </p:nvPr>
            </p:nvSpPr>
            <p:spPr>
              <a:xfrm>
                <a:off x="609461" y="1026685"/>
                <a:ext cx="2967525" cy="1641081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800" b="0" dirty="0"/>
              </a:p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0" dirty="0"/>
                  <a:t>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− </m:t>
                        </m:r>
                        <m:sSub>
                          <m:sSub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</m:oMath>
                </a14:m>
                <a:endParaRPr lang="en-US" sz="1800" b="0" dirty="0"/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eqArr>
                            <m:eqArr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𝑆𝑆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𝑆𝑆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bar>
                                <m:barPr>
                                  <m:pos m:val="top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+ 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bar>
                            </m:e>
                          </m:eqAr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ra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710" name="Google Shape;2710;p4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"/>
              </p:nvPr>
            </p:nvSpPr>
            <p:spPr>
              <a:xfrm>
                <a:off x="609461" y="1026685"/>
                <a:ext cx="2967525" cy="16410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11" name="Google Shape;2711;p46"/>
          <p:cNvSpPr/>
          <p:nvPr/>
        </p:nvSpPr>
        <p:spPr>
          <a:xfrm>
            <a:off x="6718791" y="166357"/>
            <a:ext cx="784200" cy="7842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2" name="Google Shape;2712;p46"/>
          <p:cNvSpPr txBox="1">
            <a:spLocks noGrp="1"/>
          </p:cNvSpPr>
          <p:nvPr>
            <p:ph type="ctrTitle" idx="4294967295"/>
          </p:nvPr>
        </p:nvSpPr>
        <p:spPr>
          <a:xfrm>
            <a:off x="6718791" y="324769"/>
            <a:ext cx="784200" cy="46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Lato"/>
                <a:ea typeface="Lato"/>
                <a:cs typeface="Lato"/>
                <a:sym typeface="Lato"/>
              </a:rPr>
              <a:t>02</a:t>
            </a:r>
            <a:endParaRPr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713" name="Google Shape;2713;p46"/>
          <p:cNvGrpSpPr/>
          <p:nvPr/>
        </p:nvGrpSpPr>
        <p:grpSpPr>
          <a:xfrm>
            <a:off x="8090276" y="611286"/>
            <a:ext cx="343759" cy="339271"/>
            <a:chOff x="6232000" y="1435050"/>
            <a:chExt cx="488225" cy="481850"/>
          </a:xfrm>
        </p:grpSpPr>
        <p:sp>
          <p:nvSpPr>
            <p:cNvPr id="2714" name="Google Shape;2714;p46"/>
            <p:cNvSpPr/>
            <p:nvPr/>
          </p:nvSpPr>
          <p:spPr>
            <a:xfrm>
              <a:off x="6578000" y="1463375"/>
              <a:ext cx="83150" cy="78250"/>
            </a:xfrm>
            <a:custGeom>
              <a:avLst/>
              <a:gdLst/>
              <a:ahLst/>
              <a:cxnLst/>
              <a:rect l="l" t="t" r="r" b="b"/>
              <a:pathLst>
                <a:path w="3326" h="3130" extrusionOk="0">
                  <a:moveTo>
                    <a:pt x="482" y="1"/>
                  </a:moveTo>
                  <a:cubicBezTo>
                    <a:pt x="280" y="1"/>
                    <a:pt x="95" y="114"/>
                    <a:pt x="1" y="293"/>
                  </a:cubicBezTo>
                  <a:lnTo>
                    <a:pt x="3322" y="3130"/>
                  </a:lnTo>
                  <a:lnTo>
                    <a:pt x="3322" y="564"/>
                  </a:lnTo>
                  <a:cubicBezTo>
                    <a:pt x="3325" y="253"/>
                    <a:pt x="3072" y="1"/>
                    <a:pt x="2761" y="1"/>
                  </a:cubicBezTo>
                  <a:cubicBezTo>
                    <a:pt x="2760" y="1"/>
                    <a:pt x="2758" y="1"/>
                    <a:pt x="2756" y="1"/>
                  </a:cubicBezTo>
                  <a:lnTo>
                    <a:pt x="497" y="1"/>
                  </a:lnTo>
                  <a:cubicBezTo>
                    <a:pt x="492" y="1"/>
                    <a:pt x="487" y="1"/>
                    <a:pt x="4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15" name="Google Shape;2715;p46"/>
            <p:cNvSpPr/>
            <p:nvPr/>
          </p:nvSpPr>
          <p:spPr>
            <a:xfrm>
              <a:off x="6421725" y="1773850"/>
              <a:ext cx="112950" cy="143050"/>
            </a:xfrm>
            <a:custGeom>
              <a:avLst/>
              <a:gdLst/>
              <a:ahLst/>
              <a:cxnLst/>
              <a:rect l="l" t="t" r="r" b="b"/>
              <a:pathLst>
                <a:path w="4518" h="5722" extrusionOk="0">
                  <a:moveTo>
                    <a:pt x="2822" y="1130"/>
                  </a:moveTo>
                  <a:cubicBezTo>
                    <a:pt x="3325" y="1130"/>
                    <a:pt x="3578" y="1738"/>
                    <a:pt x="3222" y="2093"/>
                  </a:cubicBezTo>
                  <a:cubicBezTo>
                    <a:pt x="3106" y="2209"/>
                    <a:pt x="2964" y="2260"/>
                    <a:pt x="2825" y="2260"/>
                  </a:cubicBezTo>
                  <a:cubicBezTo>
                    <a:pt x="2535" y="2260"/>
                    <a:pt x="2259" y="2036"/>
                    <a:pt x="2259" y="1696"/>
                  </a:cubicBezTo>
                  <a:cubicBezTo>
                    <a:pt x="2259" y="1383"/>
                    <a:pt x="2509" y="1130"/>
                    <a:pt x="2822" y="1130"/>
                  </a:cubicBezTo>
                  <a:close/>
                  <a:moveTo>
                    <a:pt x="0" y="1"/>
                  </a:moveTo>
                  <a:lnTo>
                    <a:pt x="0" y="5722"/>
                  </a:lnTo>
                  <a:lnTo>
                    <a:pt x="4517" y="5722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16" name="Google Shape;2716;p46"/>
            <p:cNvSpPr/>
            <p:nvPr/>
          </p:nvSpPr>
          <p:spPr>
            <a:xfrm>
              <a:off x="6448975" y="1632700"/>
              <a:ext cx="56475" cy="56475"/>
            </a:xfrm>
            <a:custGeom>
              <a:avLst/>
              <a:gdLst/>
              <a:ahLst/>
              <a:cxnLst/>
              <a:rect l="l" t="t" r="r" b="b"/>
              <a:pathLst>
                <a:path w="2259" h="2259" extrusionOk="0">
                  <a:moveTo>
                    <a:pt x="0" y="0"/>
                  </a:moveTo>
                  <a:lnTo>
                    <a:pt x="0" y="2259"/>
                  </a:lnTo>
                  <a:lnTo>
                    <a:pt x="2259" y="2259"/>
                  </a:lnTo>
                  <a:lnTo>
                    <a:pt x="22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17" name="Google Shape;2717;p46"/>
            <p:cNvSpPr/>
            <p:nvPr/>
          </p:nvSpPr>
          <p:spPr>
            <a:xfrm>
              <a:off x="6232000" y="1435050"/>
              <a:ext cx="488225" cy="237825"/>
            </a:xfrm>
            <a:custGeom>
              <a:avLst/>
              <a:gdLst/>
              <a:ahLst/>
              <a:cxnLst/>
              <a:rect l="l" t="t" r="r" b="b"/>
              <a:pathLst>
                <a:path w="19529" h="9513" extrusionOk="0">
                  <a:moveTo>
                    <a:pt x="9821" y="0"/>
                  </a:moveTo>
                  <a:cubicBezTo>
                    <a:pt x="9559" y="0"/>
                    <a:pt x="9297" y="92"/>
                    <a:pt x="9086" y="276"/>
                  </a:cubicBezTo>
                  <a:lnTo>
                    <a:pt x="531" y="7521"/>
                  </a:lnTo>
                  <a:cubicBezTo>
                    <a:pt x="61" y="7921"/>
                    <a:pt x="1" y="8626"/>
                    <a:pt x="395" y="9099"/>
                  </a:cubicBezTo>
                  <a:cubicBezTo>
                    <a:pt x="620" y="9369"/>
                    <a:pt x="942" y="9508"/>
                    <a:pt x="1266" y="9508"/>
                  </a:cubicBezTo>
                  <a:cubicBezTo>
                    <a:pt x="1525" y="9508"/>
                    <a:pt x="1785" y="9419"/>
                    <a:pt x="1997" y="9237"/>
                  </a:cubicBezTo>
                  <a:lnTo>
                    <a:pt x="9821" y="2622"/>
                  </a:lnTo>
                  <a:lnTo>
                    <a:pt x="17544" y="9240"/>
                  </a:lnTo>
                  <a:cubicBezTo>
                    <a:pt x="17759" y="9425"/>
                    <a:pt x="18019" y="9513"/>
                    <a:pt x="18278" y="9513"/>
                  </a:cubicBezTo>
                  <a:cubicBezTo>
                    <a:pt x="18661" y="9513"/>
                    <a:pt x="19039" y="9318"/>
                    <a:pt x="19252" y="8954"/>
                  </a:cubicBezTo>
                  <a:cubicBezTo>
                    <a:pt x="19529" y="8482"/>
                    <a:pt x="19430" y="7879"/>
                    <a:pt x="19014" y="7524"/>
                  </a:cubicBezTo>
                  <a:lnTo>
                    <a:pt x="10555" y="276"/>
                  </a:lnTo>
                  <a:cubicBezTo>
                    <a:pt x="10345" y="92"/>
                    <a:pt x="10083" y="0"/>
                    <a:pt x="98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18" name="Google Shape;2718;p46"/>
            <p:cNvSpPr/>
            <p:nvPr/>
          </p:nvSpPr>
          <p:spPr>
            <a:xfrm>
              <a:off x="6291025" y="1537700"/>
              <a:ext cx="369800" cy="379200"/>
            </a:xfrm>
            <a:custGeom>
              <a:avLst/>
              <a:gdLst/>
              <a:ahLst/>
              <a:cxnLst/>
              <a:rect l="l" t="t" r="r" b="b"/>
              <a:pathLst>
                <a:path w="14792" h="15168" extrusionOk="0">
                  <a:moveTo>
                    <a:pt x="9143" y="2671"/>
                  </a:moveTo>
                  <a:cubicBezTo>
                    <a:pt x="9453" y="2671"/>
                    <a:pt x="9706" y="2924"/>
                    <a:pt x="9706" y="3237"/>
                  </a:cubicBezTo>
                  <a:lnTo>
                    <a:pt x="9706" y="6625"/>
                  </a:lnTo>
                  <a:cubicBezTo>
                    <a:pt x="9706" y="6935"/>
                    <a:pt x="9453" y="7188"/>
                    <a:pt x="9143" y="7188"/>
                  </a:cubicBezTo>
                  <a:lnTo>
                    <a:pt x="5755" y="7188"/>
                  </a:lnTo>
                  <a:cubicBezTo>
                    <a:pt x="5442" y="7188"/>
                    <a:pt x="5189" y="6935"/>
                    <a:pt x="5189" y="6625"/>
                  </a:cubicBezTo>
                  <a:lnTo>
                    <a:pt x="5189" y="3237"/>
                  </a:lnTo>
                  <a:cubicBezTo>
                    <a:pt x="5189" y="2924"/>
                    <a:pt x="5442" y="2671"/>
                    <a:pt x="5755" y="2671"/>
                  </a:cubicBezTo>
                  <a:close/>
                  <a:moveTo>
                    <a:pt x="7448" y="0"/>
                  </a:moveTo>
                  <a:lnTo>
                    <a:pt x="4" y="6291"/>
                  </a:lnTo>
                  <a:lnTo>
                    <a:pt x="4" y="14605"/>
                  </a:lnTo>
                  <a:cubicBezTo>
                    <a:pt x="1" y="14913"/>
                    <a:pt x="254" y="15168"/>
                    <a:pt x="564" y="15168"/>
                  </a:cubicBezTo>
                  <a:cubicBezTo>
                    <a:pt x="566" y="15168"/>
                    <a:pt x="568" y="15168"/>
                    <a:pt x="570" y="15168"/>
                  </a:cubicBezTo>
                  <a:lnTo>
                    <a:pt x="4060" y="15168"/>
                  </a:lnTo>
                  <a:lnTo>
                    <a:pt x="4060" y="8883"/>
                  </a:lnTo>
                  <a:cubicBezTo>
                    <a:pt x="4060" y="8570"/>
                    <a:pt x="4313" y="8317"/>
                    <a:pt x="4626" y="8317"/>
                  </a:cubicBezTo>
                  <a:lnTo>
                    <a:pt x="10272" y="8317"/>
                  </a:lnTo>
                  <a:cubicBezTo>
                    <a:pt x="10582" y="8317"/>
                    <a:pt x="10835" y="8570"/>
                    <a:pt x="10835" y="8883"/>
                  </a:cubicBezTo>
                  <a:lnTo>
                    <a:pt x="10835" y="15168"/>
                  </a:lnTo>
                  <a:lnTo>
                    <a:pt x="14223" y="15168"/>
                  </a:lnTo>
                  <a:cubicBezTo>
                    <a:pt x="14225" y="15168"/>
                    <a:pt x="14227" y="15168"/>
                    <a:pt x="14228" y="15168"/>
                  </a:cubicBezTo>
                  <a:cubicBezTo>
                    <a:pt x="14539" y="15168"/>
                    <a:pt x="14792" y="14913"/>
                    <a:pt x="14789" y="14605"/>
                  </a:cubicBezTo>
                  <a:lnTo>
                    <a:pt x="14789" y="6291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719" name="Google Shape;2719;p46">
            <a:hlinkClick r:id="rId5" action="ppaction://hlinksldjump"/>
          </p:cNvPr>
          <p:cNvSpPr/>
          <p:nvPr/>
        </p:nvSpPr>
        <p:spPr>
          <a:xfrm>
            <a:off x="8016900" y="576463"/>
            <a:ext cx="490500" cy="4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2709;p46">
                <a:extLst>
                  <a:ext uri="{FF2B5EF4-FFF2-40B4-BE49-F238E27FC236}">
                    <a16:creationId xmlns:a16="http://schemas.microsoft.com/office/drawing/2014/main" id="{FA41027F-DEBA-1E71-DFA9-36652C90F0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8030" y="2963748"/>
                <a:ext cx="3610705" cy="15527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La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La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La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La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La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La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La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La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9pPr>
              </a:lstStyle>
              <a:p>
                <a:pPr marL="0" indent="0"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500" b="0" dirty="0"/>
                  <a:t> rata-rata </a:t>
                </a:r>
                <a:r>
                  <a:rPr lang="en-US" sz="1500" b="0" dirty="0" err="1"/>
                  <a:t>skor</a:t>
                </a:r>
                <a:r>
                  <a:rPr lang="en-US" sz="1500" b="0" dirty="0"/>
                  <a:t> </a:t>
                </a:r>
                <a:r>
                  <a:rPr lang="en-US" sz="1500" b="0" dirty="0" err="1"/>
                  <a:t>kelompok</a:t>
                </a:r>
                <a:r>
                  <a:rPr lang="en-US" sz="1500" b="0" dirty="0"/>
                  <a:t> 1</a:t>
                </a:r>
              </a:p>
              <a:p>
                <a:pPr marL="0" indent="0"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500" b="0" dirty="0"/>
                  <a:t> rata-rata </a:t>
                </a:r>
                <a:r>
                  <a:rPr lang="en-US" sz="1500" b="0" dirty="0" err="1"/>
                  <a:t>skor</a:t>
                </a:r>
                <a:r>
                  <a:rPr lang="en-US" sz="1500" b="0" dirty="0"/>
                  <a:t> </a:t>
                </a:r>
                <a:r>
                  <a:rPr lang="en-US" sz="1500" b="0" dirty="0" err="1"/>
                  <a:t>kelompok</a:t>
                </a:r>
                <a:r>
                  <a:rPr lang="en-US" sz="1500" b="0" dirty="0"/>
                  <a:t> 2</a:t>
                </a:r>
              </a:p>
              <a:p>
                <a:pPr marL="0" indent="0"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𝑆𝑆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500" b="0" dirty="0"/>
                  <a:t> </a:t>
                </a:r>
                <a:r>
                  <a:rPr lang="en-US" sz="1500" b="0" i="1" dirty="0"/>
                  <a:t>sum of square</a:t>
                </a:r>
                <a:r>
                  <a:rPr lang="en-US" sz="1500" b="0" dirty="0"/>
                  <a:t> </a:t>
                </a:r>
                <a:r>
                  <a:rPr lang="en-US" sz="1500" b="0" dirty="0" err="1"/>
                  <a:t>kelompok</a:t>
                </a:r>
                <a:r>
                  <a:rPr lang="en-US" sz="1500" b="0" dirty="0"/>
                  <a:t> 1</a:t>
                </a:r>
              </a:p>
              <a:p>
                <a:pPr marL="0" indent="0"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𝑆𝑆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500" b="0" dirty="0"/>
                  <a:t> </a:t>
                </a:r>
                <a:r>
                  <a:rPr lang="en-US" sz="1500" b="0" i="1" dirty="0"/>
                  <a:t>sum of square</a:t>
                </a:r>
                <a:r>
                  <a:rPr lang="en-US" sz="1500" b="0" dirty="0"/>
                  <a:t> </a:t>
                </a:r>
                <a:r>
                  <a:rPr lang="en-US" sz="1500" b="0" dirty="0" err="1"/>
                  <a:t>kelompok</a:t>
                </a:r>
                <a:r>
                  <a:rPr lang="en-US" sz="1500" b="0" dirty="0"/>
                  <a:t> 2</a:t>
                </a:r>
              </a:p>
              <a:p>
                <a:pPr marL="0" indent="0"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500" b="0" dirty="0"/>
                  <a:t> </a:t>
                </a:r>
                <a:r>
                  <a:rPr lang="en-US" sz="1500" b="0" dirty="0" err="1"/>
                  <a:t>jumlah</a:t>
                </a:r>
                <a:r>
                  <a:rPr lang="en-US" sz="1500" b="0" dirty="0"/>
                  <a:t> </a:t>
                </a:r>
                <a:r>
                  <a:rPr lang="en-US" sz="1500" b="0" dirty="0" err="1"/>
                  <a:t>subjek</a:t>
                </a:r>
                <a:r>
                  <a:rPr lang="en-US" sz="1500" dirty="0"/>
                  <a:t>/sample </a:t>
                </a:r>
                <a:r>
                  <a:rPr lang="en-US" sz="1500" dirty="0" err="1"/>
                  <a:t>kelompok</a:t>
                </a:r>
                <a:r>
                  <a:rPr lang="en-US" sz="1500" dirty="0"/>
                  <a:t> 1</a:t>
                </a:r>
                <a:endParaRPr lang="en-US" sz="1500" b="0" dirty="0"/>
              </a:p>
              <a:p>
                <a:pPr marL="0" indent="0"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500" b="0" dirty="0"/>
                  <a:t> </a:t>
                </a:r>
                <a:r>
                  <a:rPr lang="en-US" sz="1500" b="0" dirty="0" err="1"/>
                  <a:t>jumlah</a:t>
                </a:r>
                <a:r>
                  <a:rPr lang="en-US" sz="1500" b="0" dirty="0"/>
                  <a:t> </a:t>
                </a:r>
                <a:r>
                  <a:rPr lang="en-US" sz="1500" b="0" dirty="0" err="1"/>
                  <a:t>sibjek</a:t>
                </a:r>
                <a:r>
                  <a:rPr lang="en-US" sz="1500" dirty="0"/>
                  <a:t>/ sample </a:t>
                </a:r>
                <a:r>
                  <a:rPr lang="en-US" sz="1500" dirty="0" err="1"/>
                  <a:t>kelompok</a:t>
                </a:r>
                <a:r>
                  <a:rPr lang="en-US" sz="1500" dirty="0"/>
                  <a:t> 2</a:t>
                </a:r>
                <a:endParaRPr lang="en-US" sz="1500" b="0" dirty="0"/>
              </a:p>
              <a:p>
                <a:pPr marL="0" indent="0" algn="l"/>
                <a:endParaRPr lang="en-US" sz="1500" b="0" dirty="0"/>
              </a:p>
              <a:p>
                <a:pPr marL="0" indent="0" algn="l"/>
                <a:endParaRPr lang="en-US" sz="1500" dirty="0"/>
              </a:p>
            </p:txBody>
          </p:sp>
        </mc:Choice>
        <mc:Fallback xmlns="">
          <p:sp>
            <p:nvSpPr>
              <p:cNvPr id="6" name="Google Shape;2709;p46">
                <a:extLst>
                  <a:ext uri="{FF2B5EF4-FFF2-40B4-BE49-F238E27FC236}">
                    <a16:creationId xmlns:a16="http://schemas.microsoft.com/office/drawing/2014/main" id="{FA41027F-DEBA-1E71-DFA9-36652C90F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030" y="2963748"/>
                <a:ext cx="3610705" cy="1552749"/>
              </a:xfrm>
              <a:prstGeom prst="rect">
                <a:avLst/>
              </a:prstGeom>
              <a:blipFill>
                <a:blip r:embed="rId6"/>
                <a:stretch>
                  <a:fillRect b="-15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8241ED9-5E3A-3037-3B3D-86CE78515EC4}"/>
              </a:ext>
            </a:extLst>
          </p:cNvPr>
          <p:cNvSpPr txBox="1"/>
          <p:nvPr/>
        </p:nvSpPr>
        <p:spPr>
          <a:xfrm>
            <a:off x="5148786" y="1432779"/>
            <a:ext cx="1119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Dimana :</a:t>
            </a:r>
            <a:endParaRPr lang="en-ID" sz="16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5" name="Google Shape;2755;p47"/>
          <p:cNvSpPr txBox="1">
            <a:spLocks noGrp="1"/>
          </p:cNvSpPr>
          <p:nvPr>
            <p:ph type="title"/>
          </p:nvPr>
        </p:nvSpPr>
        <p:spPr>
          <a:xfrm>
            <a:off x="1053725" y="445025"/>
            <a:ext cx="703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INTERPRETASI </a:t>
            </a:r>
            <a:endParaRPr dirty="0"/>
          </a:p>
        </p:txBody>
      </p:sp>
      <p:sp>
        <p:nvSpPr>
          <p:cNvPr id="2762" name="Google Shape;2762;p47"/>
          <p:cNvSpPr/>
          <p:nvPr/>
        </p:nvSpPr>
        <p:spPr>
          <a:xfrm>
            <a:off x="7649825" y="3829375"/>
            <a:ext cx="784200" cy="7842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3" name="Google Shape;2763;p47"/>
          <p:cNvSpPr txBox="1">
            <a:spLocks noGrp="1"/>
          </p:cNvSpPr>
          <p:nvPr>
            <p:ph type="ctrTitle" idx="4294967295"/>
          </p:nvPr>
        </p:nvSpPr>
        <p:spPr>
          <a:xfrm>
            <a:off x="7649825" y="3987787"/>
            <a:ext cx="784200" cy="46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764" name="Google Shape;2764;p47"/>
          <p:cNvGrpSpPr/>
          <p:nvPr/>
        </p:nvGrpSpPr>
        <p:grpSpPr>
          <a:xfrm>
            <a:off x="8090276" y="611286"/>
            <a:ext cx="343759" cy="339271"/>
            <a:chOff x="6232000" y="1435050"/>
            <a:chExt cx="488225" cy="481850"/>
          </a:xfrm>
        </p:grpSpPr>
        <p:sp>
          <p:nvSpPr>
            <p:cNvPr id="2765" name="Google Shape;2765;p47"/>
            <p:cNvSpPr/>
            <p:nvPr/>
          </p:nvSpPr>
          <p:spPr>
            <a:xfrm>
              <a:off x="6578000" y="1463375"/>
              <a:ext cx="83150" cy="78250"/>
            </a:xfrm>
            <a:custGeom>
              <a:avLst/>
              <a:gdLst/>
              <a:ahLst/>
              <a:cxnLst/>
              <a:rect l="l" t="t" r="r" b="b"/>
              <a:pathLst>
                <a:path w="3326" h="3130" extrusionOk="0">
                  <a:moveTo>
                    <a:pt x="482" y="1"/>
                  </a:moveTo>
                  <a:cubicBezTo>
                    <a:pt x="280" y="1"/>
                    <a:pt x="95" y="114"/>
                    <a:pt x="1" y="293"/>
                  </a:cubicBezTo>
                  <a:lnTo>
                    <a:pt x="3322" y="3130"/>
                  </a:lnTo>
                  <a:lnTo>
                    <a:pt x="3322" y="564"/>
                  </a:lnTo>
                  <a:cubicBezTo>
                    <a:pt x="3325" y="253"/>
                    <a:pt x="3072" y="1"/>
                    <a:pt x="2761" y="1"/>
                  </a:cubicBezTo>
                  <a:cubicBezTo>
                    <a:pt x="2760" y="1"/>
                    <a:pt x="2758" y="1"/>
                    <a:pt x="2756" y="1"/>
                  </a:cubicBezTo>
                  <a:lnTo>
                    <a:pt x="497" y="1"/>
                  </a:lnTo>
                  <a:cubicBezTo>
                    <a:pt x="492" y="1"/>
                    <a:pt x="487" y="1"/>
                    <a:pt x="4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66" name="Google Shape;2766;p47"/>
            <p:cNvSpPr/>
            <p:nvPr/>
          </p:nvSpPr>
          <p:spPr>
            <a:xfrm>
              <a:off x="6421725" y="1773850"/>
              <a:ext cx="112950" cy="143050"/>
            </a:xfrm>
            <a:custGeom>
              <a:avLst/>
              <a:gdLst/>
              <a:ahLst/>
              <a:cxnLst/>
              <a:rect l="l" t="t" r="r" b="b"/>
              <a:pathLst>
                <a:path w="4518" h="5722" extrusionOk="0">
                  <a:moveTo>
                    <a:pt x="2822" y="1130"/>
                  </a:moveTo>
                  <a:cubicBezTo>
                    <a:pt x="3325" y="1130"/>
                    <a:pt x="3578" y="1738"/>
                    <a:pt x="3222" y="2093"/>
                  </a:cubicBezTo>
                  <a:cubicBezTo>
                    <a:pt x="3106" y="2209"/>
                    <a:pt x="2964" y="2260"/>
                    <a:pt x="2825" y="2260"/>
                  </a:cubicBezTo>
                  <a:cubicBezTo>
                    <a:pt x="2535" y="2260"/>
                    <a:pt x="2259" y="2036"/>
                    <a:pt x="2259" y="1696"/>
                  </a:cubicBezTo>
                  <a:cubicBezTo>
                    <a:pt x="2259" y="1383"/>
                    <a:pt x="2509" y="1130"/>
                    <a:pt x="2822" y="1130"/>
                  </a:cubicBezTo>
                  <a:close/>
                  <a:moveTo>
                    <a:pt x="0" y="1"/>
                  </a:moveTo>
                  <a:lnTo>
                    <a:pt x="0" y="5722"/>
                  </a:lnTo>
                  <a:lnTo>
                    <a:pt x="4517" y="5722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67" name="Google Shape;2767;p47"/>
            <p:cNvSpPr/>
            <p:nvPr/>
          </p:nvSpPr>
          <p:spPr>
            <a:xfrm>
              <a:off x="6448975" y="1632700"/>
              <a:ext cx="56475" cy="56475"/>
            </a:xfrm>
            <a:custGeom>
              <a:avLst/>
              <a:gdLst/>
              <a:ahLst/>
              <a:cxnLst/>
              <a:rect l="l" t="t" r="r" b="b"/>
              <a:pathLst>
                <a:path w="2259" h="2259" extrusionOk="0">
                  <a:moveTo>
                    <a:pt x="0" y="0"/>
                  </a:moveTo>
                  <a:lnTo>
                    <a:pt x="0" y="2259"/>
                  </a:lnTo>
                  <a:lnTo>
                    <a:pt x="2259" y="2259"/>
                  </a:lnTo>
                  <a:lnTo>
                    <a:pt x="22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68" name="Google Shape;2768;p47"/>
            <p:cNvSpPr/>
            <p:nvPr/>
          </p:nvSpPr>
          <p:spPr>
            <a:xfrm>
              <a:off x="6232000" y="1435050"/>
              <a:ext cx="488225" cy="237825"/>
            </a:xfrm>
            <a:custGeom>
              <a:avLst/>
              <a:gdLst/>
              <a:ahLst/>
              <a:cxnLst/>
              <a:rect l="l" t="t" r="r" b="b"/>
              <a:pathLst>
                <a:path w="19529" h="9513" extrusionOk="0">
                  <a:moveTo>
                    <a:pt x="9821" y="0"/>
                  </a:moveTo>
                  <a:cubicBezTo>
                    <a:pt x="9559" y="0"/>
                    <a:pt x="9297" y="92"/>
                    <a:pt x="9086" y="276"/>
                  </a:cubicBezTo>
                  <a:lnTo>
                    <a:pt x="531" y="7521"/>
                  </a:lnTo>
                  <a:cubicBezTo>
                    <a:pt x="61" y="7921"/>
                    <a:pt x="1" y="8626"/>
                    <a:pt x="395" y="9099"/>
                  </a:cubicBezTo>
                  <a:cubicBezTo>
                    <a:pt x="620" y="9369"/>
                    <a:pt x="942" y="9508"/>
                    <a:pt x="1266" y="9508"/>
                  </a:cubicBezTo>
                  <a:cubicBezTo>
                    <a:pt x="1525" y="9508"/>
                    <a:pt x="1785" y="9419"/>
                    <a:pt x="1997" y="9237"/>
                  </a:cubicBezTo>
                  <a:lnTo>
                    <a:pt x="9821" y="2622"/>
                  </a:lnTo>
                  <a:lnTo>
                    <a:pt x="17544" y="9240"/>
                  </a:lnTo>
                  <a:cubicBezTo>
                    <a:pt x="17759" y="9425"/>
                    <a:pt x="18019" y="9513"/>
                    <a:pt x="18278" y="9513"/>
                  </a:cubicBezTo>
                  <a:cubicBezTo>
                    <a:pt x="18661" y="9513"/>
                    <a:pt x="19039" y="9318"/>
                    <a:pt x="19252" y="8954"/>
                  </a:cubicBezTo>
                  <a:cubicBezTo>
                    <a:pt x="19529" y="8482"/>
                    <a:pt x="19430" y="7879"/>
                    <a:pt x="19014" y="7524"/>
                  </a:cubicBezTo>
                  <a:lnTo>
                    <a:pt x="10555" y="276"/>
                  </a:lnTo>
                  <a:cubicBezTo>
                    <a:pt x="10345" y="92"/>
                    <a:pt x="10083" y="0"/>
                    <a:pt x="98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69" name="Google Shape;2769;p47"/>
            <p:cNvSpPr/>
            <p:nvPr/>
          </p:nvSpPr>
          <p:spPr>
            <a:xfrm>
              <a:off x="6291025" y="1537700"/>
              <a:ext cx="369800" cy="379200"/>
            </a:xfrm>
            <a:custGeom>
              <a:avLst/>
              <a:gdLst/>
              <a:ahLst/>
              <a:cxnLst/>
              <a:rect l="l" t="t" r="r" b="b"/>
              <a:pathLst>
                <a:path w="14792" h="15168" extrusionOk="0">
                  <a:moveTo>
                    <a:pt x="9143" y="2671"/>
                  </a:moveTo>
                  <a:cubicBezTo>
                    <a:pt x="9453" y="2671"/>
                    <a:pt x="9706" y="2924"/>
                    <a:pt x="9706" y="3237"/>
                  </a:cubicBezTo>
                  <a:lnTo>
                    <a:pt x="9706" y="6625"/>
                  </a:lnTo>
                  <a:cubicBezTo>
                    <a:pt x="9706" y="6935"/>
                    <a:pt x="9453" y="7188"/>
                    <a:pt x="9143" y="7188"/>
                  </a:cubicBezTo>
                  <a:lnTo>
                    <a:pt x="5755" y="7188"/>
                  </a:lnTo>
                  <a:cubicBezTo>
                    <a:pt x="5442" y="7188"/>
                    <a:pt x="5189" y="6935"/>
                    <a:pt x="5189" y="6625"/>
                  </a:cubicBezTo>
                  <a:lnTo>
                    <a:pt x="5189" y="3237"/>
                  </a:lnTo>
                  <a:cubicBezTo>
                    <a:pt x="5189" y="2924"/>
                    <a:pt x="5442" y="2671"/>
                    <a:pt x="5755" y="2671"/>
                  </a:cubicBezTo>
                  <a:close/>
                  <a:moveTo>
                    <a:pt x="7448" y="0"/>
                  </a:moveTo>
                  <a:lnTo>
                    <a:pt x="4" y="6291"/>
                  </a:lnTo>
                  <a:lnTo>
                    <a:pt x="4" y="14605"/>
                  </a:lnTo>
                  <a:cubicBezTo>
                    <a:pt x="1" y="14913"/>
                    <a:pt x="254" y="15168"/>
                    <a:pt x="564" y="15168"/>
                  </a:cubicBezTo>
                  <a:cubicBezTo>
                    <a:pt x="566" y="15168"/>
                    <a:pt x="568" y="15168"/>
                    <a:pt x="570" y="15168"/>
                  </a:cubicBezTo>
                  <a:lnTo>
                    <a:pt x="4060" y="15168"/>
                  </a:lnTo>
                  <a:lnTo>
                    <a:pt x="4060" y="8883"/>
                  </a:lnTo>
                  <a:cubicBezTo>
                    <a:pt x="4060" y="8570"/>
                    <a:pt x="4313" y="8317"/>
                    <a:pt x="4626" y="8317"/>
                  </a:cubicBezTo>
                  <a:lnTo>
                    <a:pt x="10272" y="8317"/>
                  </a:lnTo>
                  <a:cubicBezTo>
                    <a:pt x="10582" y="8317"/>
                    <a:pt x="10835" y="8570"/>
                    <a:pt x="10835" y="8883"/>
                  </a:cubicBezTo>
                  <a:lnTo>
                    <a:pt x="10835" y="15168"/>
                  </a:lnTo>
                  <a:lnTo>
                    <a:pt x="14223" y="15168"/>
                  </a:lnTo>
                  <a:cubicBezTo>
                    <a:pt x="14225" y="15168"/>
                    <a:pt x="14227" y="15168"/>
                    <a:pt x="14228" y="15168"/>
                  </a:cubicBezTo>
                  <a:cubicBezTo>
                    <a:pt x="14539" y="15168"/>
                    <a:pt x="14792" y="14913"/>
                    <a:pt x="14789" y="14605"/>
                  </a:cubicBezTo>
                  <a:lnTo>
                    <a:pt x="14789" y="6291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770" name="Google Shape;2770;p47">
            <a:hlinkClick r:id="rId3" action="ppaction://hlinksldjump"/>
          </p:cNvPr>
          <p:cNvSpPr/>
          <p:nvPr/>
        </p:nvSpPr>
        <p:spPr>
          <a:xfrm>
            <a:off x="8016900" y="576463"/>
            <a:ext cx="490500" cy="4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2762;p47">
            <a:extLst>
              <a:ext uri="{FF2B5EF4-FFF2-40B4-BE49-F238E27FC236}">
                <a16:creationId xmlns:a16="http://schemas.microsoft.com/office/drawing/2014/main" id="{75CC5183-5D14-9E7E-F925-F75ACEF65E9F}"/>
              </a:ext>
            </a:extLst>
          </p:cNvPr>
          <p:cNvSpPr/>
          <p:nvPr/>
        </p:nvSpPr>
        <p:spPr>
          <a:xfrm>
            <a:off x="667647" y="1152535"/>
            <a:ext cx="540264" cy="5727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2763;p47">
            <a:extLst>
              <a:ext uri="{FF2B5EF4-FFF2-40B4-BE49-F238E27FC236}">
                <a16:creationId xmlns:a16="http://schemas.microsoft.com/office/drawing/2014/main" id="{09E5CE1F-C211-11C5-6902-01DD41FE7AFA}"/>
              </a:ext>
            </a:extLst>
          </p:cNvPr>
          <p:cNvSpPr txBox="1">
            <a:spLocks/>
          </p:cNvSpPr>
          <p:nvPr/>
        </p:nvSpPr>
        <p:spPr>
          <a:xfrm>
            <a:off x="690224" y="1205185"/>
            <a:ext cx="495109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 Black"/>
              <a:buNone/>
              <a:defRPr sz="30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pPr algn="ctr"/>
            <a:r>
              <a:rPr lang="en" b="1" dirty="0">
                <a:latin typeface="Poppins Black" panose="00000A00000000000000" pitchFamily="2" charset="0"/>
                <a:ea typeface="Lato"/>
                <a:cs typeface="Poppins Black" panose="00000A00000000000000" pitchFamily="2" charset="0"/>
                <a:sym typeface="Lato"/>
              </a:rPr>
              <a:t>a</a:t>
            </a:r>
          </a:p>
        </p:txBody>
      </p:sp>
      <p:sp>
        <p:nvSpPr>
          <p:cNvPr id="16" name="Google Shape;2762;p47">
            <a:extLst>
              <a:ext uri="{FF2B5EF4-FFF2-40B4-BE49-F238E27FC236}">
                <a16:creationId xmlns:a16="http://schemas.microsoft.com/office/drawing/2014/main" id="{04CF85DB-83FD-B50A-5612-0EE60FC68100}"/>
              </a:ext>
            </a:extLst>
          </p:cNvPr>
          <p:cNvSpPr/>
          <p:nvPr/>
        </p:nvSpPr>
        <p:spPr>
          <a:xfrm>
            <a:off x="667646" y="2475155"/>
            <a:ext cx="540264" cy="5727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2762;p47">
            <a:extLst>
              <a:ext uri="{FF2B5EF4-FFF2-40B4-BE49-F238E27FC236}">
                <a16:creationId xmlns:a16="http://schemas.microsoft.com/office/drawing/2014/main" id="{8A74544D-D79B-29D2-44D2-48AA7B59A09F}"/>
              </a:ext>
            </a:extLst>
          </p:cNvPr>
          <p:cNvSpPr/>
          <p:nvPr/>
        </p:nvSpPr>
        <p:spPr>
          <a:xfrm>
            <a:off x="687397" y="3415087"/>
            <a:ext cx="540264" cy="5727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2763;p47">
            <a:extLst>
              <a:ext uri="{FF2B5EF4-FFF2-40B4-BE49-F238E27FC236}">
                <a16:creationId xmlns:a16="http://schemas.microsoft.com/office/drawing/2014/main" id="{3D849063-E2E7-FDF1-61D7-FA249AC4156D}"/>
              </a:ext>
            </a:extLst>
          </p:cNvPr>
          <p:cNvSpPr txBox="1">
            <a:spLocks/>
          </p:cNvSpPr>
          <p:nvPr/>
        </p:nvSpPr>
        <p:spPr>
          <a:xfrm>
            <a:off x="709975" y="2533471"/>
            <a:ext cx="495109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 Black"/>
              <a:buNone/>
              <a:defRPr sz="30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pPr algn="ctr"/>
            <a:r>
              <a:rPr lang="en" b="1" dirty="0">
                <a:latin typeface="Poppins Black" panose="00000A00000000000000" pitchFamily="2" charset="0"/>
                <a:ea typeface="Lato"/>
                <a:cs typeface="Poppins Black" panose="00000A00000000000000" pitchFamily="2" charset="0"/>
                <a:sym typeface="Lato"/>
              </a:rPr>
              <a:t>b</a:t>
            </a:r>
          </a:p>
        </p:txBody>
      </p:sp>
      <p:sp>
        <p:nvSpPr>
          <p:cNvPr id="19" name="Google Shape;2763;p47">
            <a:extLst>
              <a:ext uri="{FF2B5EF4-FFF2-40B4-BE49-F238E27FC236}">
                <a16:creationId xmlns:a16="http://schemas.microsoft.com/office/drawing/2014/main" id="{C4ACF234-4C61-05B1-11D6-0DB4C881B10A}"/>
              </a:ext>
            </a:extLst>
          </p:cNvPr>
          <p:cNvSpPr txBox="1">
            <a:spLocks/>
          </p:cNvSpPr>
          <p:nvPr/>
        </p:nvSpPr>
        <p:spPr>
          <a:xfrm>
            <a:off x="709975" y="3462071"/>
            <a:ext cx="495109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 Black"/>
              <a:buNone/>
              <a:defRPr sz="30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pPr algn="ctr"/>
            <a:r>
              <a:rPr lang="en" b="1" dirty="0">
                <a:latin typeface="Poppins Black" panose="00000A00000000000000" pitchFamily="2" charset="0"/>
                <a:ea typeface="Lato"/>
                <a:cs typeface="Poppins Black" panose="00000A00000000000000" pitchFamily="2" charset="0"/>
                <a:sym typeface="Lato"/>
              </a:rPr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Google Shape;2655;p44">
                <a:extLst>
                  <a:ext uri="{FF2B5EF4-FFF2-40B4-BE49-F238E27FC236}">
                    <a16:creationId xmlns:a16="http://schemas.microsoft.com/office/drawing/2014/main" id="{C7A41BAE-2446-0559-6446-42338D9681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5067" y="1059374"/>
                <a:ext cx="7298216" cy="1512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9pPr>
              </a:lstStyle>
              <a:p>
                <a:pPr marL="0" indent="0" algn="l"/>
                <a:r>
                  <a:rPr lang="en-ID" sz="1600" dirty="0"/>
                  <a:t>Untuk menginterpretasikan uji t –test terlebih dahulu harus ditentukan :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ID" sz="1600" dirty="0"/>
                  <a:t>Nilai </a:t>
                </a:r>
                <a:r>
                  <a:rPr lang="en-ID" sz="1600" dirty="0" err="1"/>
                  <a:t>signifikansi</a:t>
                </a:r>
                <a:r>
                  <a:rPr lang="en-ID" sz="1600" dirty="0"/>
                  <a:t> </a:t>
                </a:r>
                <a:r>
                  <a:rPr lang="el-GR" sz="1600" dirty="0"/>
                  <a:t>α</a:t>
                </a:r>
                <a:endParaRPr lang="en-US" sz="1600" dirty="0"/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Interval confidence = 1- </a:t>
                </a:r>
                <a:r>
                  <a:rPr lang="el-GR" sz="1600" dirty="0"/>
                  <a:t>α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sz="160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ID" sz="1600" dirty="0"/>
                  <a:t> (</a:t>
                </a:r>
                <a:r>
                  <a:rPr lang="en-ID" sz="1600" i="1" dirty="0"/>
                  <a:t>degree of freedom</a:t>
                </a:r>
                <a:r>
                  <a:rPr lang="en-ID" sz="1600" dirty="0"/>
                  <a:t>) = N – k, </a:t>
                </a:r>
                <a:r>
                  <a:rPr lang="en-ID" sz="1600" dirty="0" err="1"/>
                  <a:t>khusus</a:t>
                </a:r>
                <a:r>
                  <a:rPr lang="en-ID" sz="1600" dirty="0"/>
                  <a:t> </a:t>
                </a:r>
                <a:r>
                  <a:rPr lang="en-ID" sz="1600" dirty="0" err="1"/>
                  <a:t>untuk</a:t>
                </a:r>
                <a:r>
                  <a:rPr lang="en-ID" sz="1600" dirty="0"/>
                  <a:t> </a:t>
                </a:r>
                <a:r>
                  <a:rPr lang="en-ID" sz="1600" i="1" dirty="0"/>
                  <a:t>independent sample t – test</a:t>
                </a:r>
                <a:r>
                  <a:rPr lang="en-ID" sz="1600" dirty="0"/>
                  <a:t>  </a:t>
                </a:r>
              </a:p>
              <a:p>
                <a:pPr marL="0" indent="0" algn="l"/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sz="160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ar-AE" sz="1600" dirty="0"/>
                  <a:t> = </a:t>
                </a:r>
                <a:r>
                  <a:rPr lang="en-ID" sz="16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</a:t>
                </a:r>
                <a:r>
                  <a:rPr lang="en-ID" sz="1600" dirty="0"/>
                  <a:t> – 2 </a:t>
                </a:r>
                <a:r>
                  <a:rPr lang="en-ID" sz="1600" dirty="0" err="1"/>
                  <a:t>atau</a:t>
                </a:r>
                <a:r>
                  <a:rPr lang="en-ID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ID" sz="1600" dirty="0"/>
                  <a:t> (</a:t>
                </a:r>
                <a:r>
                  <a:rPr lang="en-ID" sz="1600" i="1" dirty="0"/>
                  <a:t>degree of freedom</a:t>
                </a:r>
                <a:r>
                  <a:rPr lang="en-ID" sz="1600" dirty="0"/>
                  <a:t>)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D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D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ID" sz="1600" dirty="0"/>
              </a:p>
            </p:txBody>
          </p:sp>
        </mc:Choice>
        <mc:Fallback xmlns="">
          <p:sp>
            <p:nvSpPr>
              <p:cNvPr id="20" name="Google Shape;2655;p44">
                <a:extLst>
                  <a:ext uri="{FF2B5EF4-FFF2-40B4-BE49-F238E27FC236}">
                    <a16:creationId xmlns:a16="http://schemas.microsoft.com/office/drawing/2014/main" id="{C7A41BAE-2446-0559-6446-42338D968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5067" y="1059374"/>
                <a:ext cx="7298216" cy="1512376"/>
              </a:xfrm>
              <a:prstGeom prst="rect">
                <a:avLst/>
              </a:prstGeom>
              <a:blipFill>
                <a:blip r:embed="rId4"/>
                <a:stretch>
                  <a:fillRect l="-50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Google Shape;2569;p42">
                <a:extLst>
                  <a:ext uri="{FF2B5EF4-FFF2-40B4-BE49-F238E27FC236}">
                    <a16:creationId xmlns:a16="http://schemas.microsoft.com/office/drawing/2014/main" id="{28F5633C-BCBF-19D6-3FA6-3741F7FC8D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58758" y="2533471"/>
                <a:ext cx="7148642" cy="48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Bandingkan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nilai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ar-AE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𝑡</m:t>
                        </m:r>
                      </m:e>
                      <m:sub>
                        <m:r>
                          <a:rPr lang="ar-AE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h</m:t>
                        </m:r>
                        <m:r>
                          <a:rPr lang="ar-AE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ar-AE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Roboto" panose="02000000000000000000" pitchFamily="2" charset="0"/>
                  </a:rPr>
                  <a:t> </a:t>
                </a:r>
                <a:r>
                  <a:rPr lang="en-ID" sz="1600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dengan</a:t>
                </a:r>
                <a:r>
                  <a:rPr lang="en-ID" sz="16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ar-AE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𝑡</m:t>
                        </m:r>
                      </m:e>
                      <m:sub>
                        <m:r>
                          <a:rPr lang="ar-AE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𝑡𝑎𝑏</m:t>
                        </m:r>
                      </m:sub>
                    </m:sSub>
                  </m:oMath>
                </a14:m>
                <a:endParaRPr lang="ar-AE" sz="1600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21" name="Google Shape;2569;p42">
                <a:extLst>
                  <a:ext uri="{FF2B5EF4-FFF2-40B4-BE49-F238E27FC236}">
                    <a16:creationId xmlns:a16="http://schemas.microsoft.com/office/drawing/2014/main" id="{28F5633C-BCBF-19D6-3FA6-3741F7FC8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758" y="2533471"/>
                <a:ext cx="7148642" cy="484800"/>
              </a:xfrm>
              <a:prstGeom prst="rect">
                <a:avLst/>
              </a:prstGeom>
              <a:blipFill>
                <a:blip r:embed="rId5"/>
                <a:stretch>
                  <a:fillRect l="-512" b="-126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Google Shape;2655;p44">
                <a:extLst>
                  <a:ext uri="{FF2B5EF4-FFF2-40B4-BE49-F238E27FC236}">
                    <a16:creationId xmlns:a16="http://schemas.microsoft.com/office/drawing/2014/main" id="{E0F59565-8D0D-7ED6-C646-E9E2914695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5067" y="3358266"/>
                <a:ext cx="7298216" cy="10347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dk1"/>
                  </a:buClr>
                  <a:buSzPts val="1400"/>
                  <a:buFont typeface="Lato"/>
                  <a:buNone/>
                  <a:defRPr sz="14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defRPr>
                </a:lvl9pPr>
              </a:lstStyle>
              <a:p>
                <a:pPr marL="0" indent="0" algn="l"/>
                <a:r>
                  <a:rPr lang="en-US" sz="1600" dirty="0"/>
                  <a:t>Apabila :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en-ID" sz="1600" dirty="0"/>
                  <a:t>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𝑡𝑎𝑏</m:t>
                        </m:r>
                      </m:sub>
                    </m:sSub>
                  </m:oMath>
                </a14:m>
                <a:r>
                  <a:rPr lang="en-ID" sz="1600" dirty="0"/>
                  <a:t> = </a:t>
                </a:r>
                <a:r>
                  <a:rPr lang="en-ID" sz="1600" dirty="0" err="1"/>
                  <a:t>berbeda</a:t>
                </a:r>
                <a:r>
                  <a:rPr lang="en-ID" sz="1600" dirty="0"/>
                  <a:t> </a:t>
                </a:r>
                <a:r>
                  <a:rPr lang="en-ID" sz="1600" dirty="0" err="1"/>
                  <a:t>secara</a:t>
                </a:r>
                <a:r>
                  <a:rPr lang="en-ID" sz="1600" dirty="0"/>
                  <a:t> </a:t>
                </a:r>
                <a:r>
                  <a:rPr lang="en-ID" sz="1600" dirty="0" err="1"/>
                  <a:t>signifikansi</a:t>
                </a:r>
                <a:r>
                  <a:rPr lang="en-ID" sz="16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D" sz="1600" dirty="0"/>
                  <a:t> </a:t>
                </a:r>
                <a:r>
                  <a:rPr lang="en-ID" sz="1600" dirty="0" err="1"/>
                  <a:t>ditolak</a:t>
                </a:r>
                <a:r>
                  <a:rPr lang="en-ID" sz="1600" dirty="0"/>
                  <a:t>)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en-ID" sz="1600" dirty="0"/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𝑡𝑎𝑏</m:t>
                        </m:r>
                      </m:sub>
                    </m:sSub>
                  </m:oMath>
                </a14:m>
                <a:r>
                  <a:rPr lang="en-ID" sz="1600" dirty="0"/>
                  <a:t> = </a:t>
                </a:r>
                <a:r>
                  <a:rPr lang="en-ID" sz="1600" dirty="0" err="1"/>
                  <a:t>tidak</a:t>
                </a:r>
                <a:r>
                  <a:rPr lang="en-ID" sz="1600" dirty="0"/>
                  <a:t> </a:t>
                </a:r>
                <a:r>
                  <a:rPr lang="en-ID" sz="1600" dirty="0" err="1"/>
                  <a:t>berbeda</a:t>
                </a:r>
                <a:r>
                  <a:rPr lang="en-ID" sz="1600" dirty="0"/>
                  <a:t> </a:t>
                </a:r>
                <a:r>
                  <a:rPr lang="en-ID" sz="1600" dirty="0" err="1"/>
                  <a:t>secara</a:t>
                </a:r>
                <a:r>
                  <a:rPr lang="en-ID" sz="1600" dirty="0"/>
                  <a:t> </a:t>
                </a:r>
                <a:r>
                  <a:rPr lang="en-ID" sz="1600" dirty="0" err="1"/>
                  <a:t>signifikansi</a:t>
                </a:r>
                <a:r>
                  <a:rPr lang="en-ID" sz="16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D" sz="1600" dirty="0"/>
                  <a:t> diterima)</a:t>
                </a:r>
              </a:p>
            </p:txBody>
          </p:sp>
        </mc:Choice>
        <mc:Fallback xmlns="">
          <p:sp>
            <p:nvSpPr>
              <p:cNvPr id="24" name="Google Shape;2655;p44">
                <a:extLst>
                  <a:ext uri="{FF2B5EF4-FFF2-40B4-BE49-F238E27FC236}">
                    <a16:creationId xmlns:a16="http://schemas.microsoft.com/office/drawing/2014/main" id="{E0F59565-8D0D-7ED6-C646-E9E291469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5067" y="3358266"/>
                <a:ext cx="7298216" cy="1034782"/>
              </a:xfrm>
              <a:prstGeom prst="rect">
                <a:avLst/>
              </a:prstGeom>
              <a:blipFill>
                <a:blip r:embed="rId6"/>
                <a:stretch>
                  <a:fillRect l="-50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Homeschool Statistics by Slidesgo">
  <a:themeElements>
    <a:clrScheme name="Simple Light">
      <a:dk1>
        <a:srgbClr val="0A673A"/>
      </a:dk1>
      <a:lt1>
        <a:srgbClr val="F0DAD0"/>
      </a:lt1>
      <a:dk2>
        <a:srgbClr val="FFFBF8"/>
      </a:dk2>
      <a:lt2>
        <a:srgbClr val="E5D0BF"/>
      </a:lt2>
      <a:accent1>
        <a:srgbClr val="999999"/>
      </a:accent1>
      <a:accent2>
        <a:srgbClr val="212121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673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379</Words>
  <Application>Microsoft Office PowerPoint</Application>
  <PresentationFormat>On-screen Show (16:9)</PresentationFormat>
  <Paragraphs>129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9" baseType="lpstr">
      <vt:lpstr>Anton</vt:lpstr>
      <vt:lpstr>Arial</vt:lpstr>
      <vt:lpstr>Arial Black</vt:lpstr>
      <vt:lpstr>Bauhaus 93</vt:lpstr>
      <vt:lpstr>Calibri</vt:lpstr>
      <vt:lpstr>Cambria Math</vt:lpstr>
      <vt:lpstr>Gill Sans Ultra Bold</vt:lpstr>
      <vt:lpstr>Lato</vt:lpstr>
      <vt:lpstr>Open Sans</vt:lpstr>
      <vt:lpstr>Poppins</vt:lpstr>
      <vt:lpstr>Poppins Black</vt:lpstr>
      <vt:lpstr>Roboto</vt:lpstr>
      <vt:lpstr>Homeschool Statistics by Slidesgo</vt:lpstr>
      <vt:lpstr>Uji T - Test</vt:lpstr>
      <vt:lpstr>PowerPoint Presentation</vt:lpstr>
      <vt:lpstr>PowerPoint Presentation</vt:lpstr>
      <vt:lpstr>Uji T – Test ialah uji statistik yang digunakan untuk menguji kebenaran atau hipotesis nol</vt:lpstr>
      <vt:lpstr>A</vt:lpstr>
      <vt:lpstr>DASAR TEORI</vt:lpstr>
      <vt:lpstr>RUMUS</vt:lpstr>
      <vt:lpstr>INTERPRETASI</vt:lpstr>
      <vt:lpstr>Paired Sample T – Test </vt:lpstr>
      <vt:lpstr>Uji – t berpasangan (paired t-test) adalah metode untuk menguji hipotesis dimana data yang digunakan tidak independen (berpasangan). Pada kasus berpasangan, karakteristik yang paling banyak ditemukan adalah satu individu (subjek) yang menjalani 2 perlakuan berbeda. Walaupun peneliti menggunakan individu yang sama, namun tetap diperoleh dua jenis data sampel yaitu data dari perlakuan pertama dan data dari perlakuan kedua.</vt:lpstr>
      <vt:lpstr>RUMUS</vt:lpstr>
      <vt:lpstr>INTERPRETASI</vt:lpstr>
      <vt:lpstr>Independent Sample T – Test </vt:lpstr>
      <vt:lpstr>01</vt:lpstr>
      <vt:lpstr>RUMUS </vt:lpstr>
      <vt:lpstr>INTERPRETASI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Uji T - Test</dc:title>
  <dc:creator>ASUSQ</dc:creator>
  <cp:lastModifiedBy>Rusdi Semak</cp:lastModifiedBy>
  <cp:revision>6</cp:revision>
  <dcterms:modified xsi:type="dcterms:W3CDTF">2023-04-11T05:11:01Z</dcterms:modified>
</cp:coreProperties>
</file>