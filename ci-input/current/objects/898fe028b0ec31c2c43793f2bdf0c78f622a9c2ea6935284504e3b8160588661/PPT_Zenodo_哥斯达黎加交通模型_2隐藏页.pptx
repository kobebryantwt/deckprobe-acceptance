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32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8D399D-55DB-4DAF-A57D-BC6C82BDDC95}" v="14" dt="2022-10-12T14:31:37.712"/>
    <p1510:client id="{61D95526-67B7-4E95-9682-F7554BCCFC6C}" v="62" dt="2022-10-12T14:13:59.644"/>
    <p1510:client id="{67CFBB97-B723-4BE0-9FF0-36CA047CFAB3}" v="92" dt="2022-10-12T15:15:20.0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ie McGrane" userId="73289f4b-ed26-4852-b4b9-933253df878e" providerId="ADAL" clId="{2CFB54ED-D3A6-4227-907E-93759657DD88}"/>
    <pc:docChg chg="modSld">
      <pc:chgData name="Rosie McGrane" userId="73289f4b-ed26-4852-b4b9-933253df878e" providerId="ADAL" clId="{2CFB54ED-D3A6-4227-907E-93759657DD88}" dt="2022-09-27T12:51:26.945" v="46" actId="20577"/>
      <pc:docMkLst>
        <pc:docMk/>
      </pc:docMkLst>
      <pc:sldChg chg="modSp mod">
        <pc:chgData name="Rosie McGrane" userId="73289f4b-ed26-4852-b4b9-933253df878e" providerId="ADAL" clId="{2CFB54ED-D3A6-4227-907E-93759657DD88}" dt="2022-09-27T12:51:26.945" v="46" actId="20577"/>
        <pc:sldMkLst>
          <pc:docMk/>
          <pc:sldMk cId="867328294" sldId="256"/>
        </pc:sldMkLst>
        <pc:spChg chg="mod">
          <ac:chgData name="Rosie McGrane" userId="73289f4b-ed26-4852-b4b9-933253df878e" providerId="ADAL" clId="{2CFB54ED-D3A6-4227-907E-93759657DD88}" dt="2022-09-27T12:51:26.945" v="46" actId="20577"/>
          <ac:spMkLst>
            <pc:docMk/>
            <pc:sldMk cId="867328294" sldId="256"/>
            <ac:spMk id="4" creationId="{A94BCEB9-3247-1191-EB03-B06909D4E632}"/>
          </ac:spMkLst>
        </pc:spChg>
      </pc:sldChg>
    </pc:docChg>
  </pc:docChgLst>
  <pc:docChgLst>
    <pc:chgData name="Lucía  Rodríguez Delgado" userId="989b44ba-24a6-426e-8d2c-9e178c528dd2" providerId="ADAL" clId="{67CFBB97-B723-4BE0-9FF0-36CA047CFAB3}"/>
    <pc:docChg chg="undo custSel addSld delSld modSld">
      <pc:chgData name="Lucía  Rodríguez Delgado" userId="989b44ba-24a6-426e-8d2c-9e178c528dd2" providerId="ADAL" clId="{67CFBB97-B723-4BE0-9FF0-36CA047CFAB3}" dt="2022-10-12T15:52:23.596" v="718" actId="1076"/>
      <pc:docMkLst>
        <pc:docMk/>
      </pc:docMkLst>
      <pc:sldChg chg="modSp mod">
        <pc:chgData name="Lucía  Rodríguez Delgado" userId="989b44ba-24a6-426e-8d2c-9e178c528dd2" providerId="ADAL" clId="{67CFBB97-B723-4BE0-9FF0-36CA047CFAB3}" dt="2022-10-11T15:52:47.743" v="226" actId="20577"/>
        <pc:sldMkLst>
          <pc:docMk/>
          <pc:sldMk cId="867328294" sldId="256"/>
        </pc:sldMkLst>
        <pc:spChg chg="mod">
          <ac:chgData name="Lucía  Rodríguez Delgado" userId="989b44ba-24a6-426e-8d2c-9e178c528dd2" providerId="ADAL" clId="{67CFBB97-B723-4BE0-9FF0-36CA047CFAB3}" dt="2022-10-11T15:52:47.743" v="226" actId="20577"/>
          <ac:spMkLst>
            <pc:docMk/>
            <pc:sldMk cId="867328294" sldId="256"/>
            <ac:spMk id="2" creationId="{1B307E52-738C-1C2F-A534-0A3C8A2F26A2}"/>
          </ac:spMkLst>
        </pc:spChg>
      </pc:sldChg>
      <pc:sldChg chg="mod modShow">
        <pc:chgData name="Lucía  Rodríguez Delgado" userId="989b44ba-24a6-426e-8d2c-9e178c528dd2" providerId="ADAL" clId="{67CFBB97-B723-4BE0-9FF0-36CA047CFAB3}" dt="2022-10-12T15:48:28.404" v="698" actId="729"/>
        <pc:sldMkLst>
          <pc:docMk/>
          <pc:sldMk cId="416169555" sldId="257"/>
        </pc:sldMkLst>
      </pc:sldChg>
      <pc:sldChg chg="modSp mod">
        <pc:chgData name="Lucía  Rodríguez Delgado" userId="989b44ba-24a6-426e-8d2c-9e178c528dd2" providerId="ADAL" clId="{67CFBB97-B723-4BE0-9FF0-36CA047CFAB3}" dt="2022-10-11T15:48:08.121" v="86" actId="123"/>
        <pc:sldMkLst>
          <pc:docMk/>
          <pc:sldMk cId="3351738516" sldId="258"/>
        </pc:sldMkLst>
        <pc:spChg chg="mod">
          <ac:chgData name="Lucía  Rodríguez Delgado" userId="989b44ba-24a6-426e-8d2c-9e178c528dd2" providerId="ADAL" clId="{67CFBB97-B723-4BE0-9FF0-36CA047CFAB3}" dt="2022-10-11T15:48:08.121" v="86" actId="123"/>
          <ac:spMkLst>
            <pc:docMk/>
            <pc:sldMk cId="3351738516" sldId="258"/>
            <ac:spMk id="5" creationId="{1FB476AA-E9CA-09DC-2B86-803D1173E4AD}"/>
          </ac:spMkLst>
        </pc:spChg>
      </pc:sldChg>
      <pc:sldChg chg="modSp mod">
        <pc:chgData name="Lucía  Rodríguez Delgado" userId="989b44ba-24a6-426e-8d2c-9e178c528dd2" providerId="ADAL" clId="{67CFBB97-B723-4BE0-9FF0-36CA047CFAB3}" dt="2022-10-11T16:20:24.441" v="227" actId="20577"/>
        <pc:sldMkLst>
          <pc:docMk/>
          <pc:sldMk cId="4105714039" sldId="259"/>
        </pc:sldMkLst>
        <pc:graphicFrameChg chg="modGraphic">
          <ac:chgData name="Lucía  Rodríguez Delgado" userId="989b44ba-24a6-426e-8d2c-9e178c528dd2" providerId="ADAL" clId="{67CFBB97-B723-4BE0-9FF0-36CA047CFAB3}" dt="2022-10-11T16:20:24.441" v="227" actId="20577"/>
          <ac:graphicFrameMkLst>
            <pc:docMk/>
            <pc:sldMk cId="4105714039" sldId="259"/>
            <ac:graphicFrameMk id="5" creationId="{EA2C8A5D-8AB4-3376-DA20-E1F49707D99D}"/>
          </ac:graphicFrameMkLst>
        </pc:graphicFrameChg>
      </pc:sldChg>
      <pc:sldChg chg="modSp mod modShow">
        <pc:chgData name="Lucía  Rodríguez Delgado" userId="989b44ba-24a6-426e-8d2c-9e178c528dd2" providerId="ADAL" clId="{67CFBB97-B723-4BE0-9FF0-36CA047CFAB3}" dt="2022-10-12T06:10:20.791" v="571" actId="729"/>
        <pc:sldMkLst>
          <pc:docMk/>
          <pc:sldMk cId="1756265792" sldId="261"/>
        </pc:sldMkLst>
        <pc:spChg chg="mod">
          <ac:chgData name="Lucía  Rodríguez Delgado" userId="989b44ba-24a6-426e-8d2c-9e178c528dd2" providerId="ADAL" clId="{67CFBB97-B723-4BE0-9FF0-36CA047CFAB3}" dt="2022-10-12T05:18:33.817" v="258" actId="5793"/>
          <ac:spMkLst>
            <pc:docMk/>
            <pc:sldMk cId="1756265792" sldId="261"/>
            <ac:spMk id="4" creationId="{51EB80CC-C018-E35F-5B40-DBE2D18DDB2D}"/>
          </ac:spMkLst>
        </pc:spChg>
      </pc:sldChg>
      <pc:sldChg chg="addSp delSp modSp add mod modShow">
        <pc:chgData name="Lucía  Rodríguez Delgado" userId="989b44ba-24a6-426e-8d2c-9e178c528dd2" providerId="ADAL" clId="{67CFBB97-B723-4BE0-9FF0-36CA047CFAB3}" dt="2022-10-12T15:52:23.596" v="718" actId="1076"/>
        <pc:sldMkLst>
          <pc:docMk/>
          <pc:sldMk cId="618914659" sldId="262"/>
        </pc:sldMkLst>
        <pc:spChg chg="mod">
          <ac:chgData name="Lucía  Rodríguez Delgado" userId="989b44ba-24a6-426e-8d2c-9e178c528dd2" providerId="ADAL" clId="{67CFBB97-B723-4BE0-9FF0-36CA047CFAB3}" dt="2022-10-12T05:29:53.646" v="376" actId="1035"/>
          <ac:spMkLst>
            <pc:docMk/>
            <pc:sldMk cId="618914659" sldId="262"/>
            <ac:spMk id="2" creationId="{2B4221EB-99A4-DF2D-1E73-38CB862DB406}"/>
          </ac:spMkLst>
        </pc:spChg>
        <pc:spChg chg="del mod">
          <ac:chgData name="Lucía  Rodríguez Delgado" userId="989b44ba-24a6-426e-8d2c-9e178c528dd2" providerId="ADAL" clId="{67CFBB97-B723-4BE0-9FF0-36CA047CFAB3}" dt="2022-10-11T23:35:45.394" v="233" actId="478"/>
          <ac:spMkLst>
            <pc:docMk/>
            <pc:sldMk cId="618914659" sldId="262"/>
            <ac:spMk id="4" creationId="{77F30FB2-8DD6-0D9D-9301-5C37C81D315D}"/>
          </ac:spMkLst>
        </pc:spChg>
        <pc:spChg chg="add mod">
          <ac:chgData name="Lucía  Rodríguez Delgado" userId="989b44ba-24a6-426e-8d2c-9e178c528dd2" providerId="ADAL" clId="{67CFBB97-B723-4BE0-9FF0-36CA047CFAB3}" dt="2022-10-12T15:52:23.596" v="718" actId="1076"/>
          <ac:spMkLst>
            <pc:docMk/>
            <pc:sldMk cId="618914659" sldId="262"/>
            <ac:spMk id="6" creationId="{47294155-DBF0-0E7F-A1DB-6CE76D8C9E91}"/>
          </ac:spMkLst>
        </pc:spChg>
        <pc:spChg chg="add mod">
          <ac:chgData name="Lucía  Rodríguez Delgado" userId="989b44ba-24a6-426e-8d2c-9e178c528dd2" providerId="ADAL" clId="{67CFBB97-B723-4BE0-9FF0-36CA047CFAB3}" dt="2022-10-12T14:38:48.207" v="572" actId="1076"/>
          <ac:spMkLst>
            <pc:docMk/>
            <pc:sldMk cId="618914659" sldId="262"/>
            <ac:spMk id="7" creationId="{C976FF54-CAC2-3B28-F186-E45AE7F632C4}"/>
          </ac:spMkLst>
        </pc:spChg>
        <pc:spChg chg="add del mod">
          <ac:chgData name="Lucía  Rodríguez Delgado" userId="989b44ba-24a6-426e-8d2c-9e178c528dd2" providerId="ADAL" clId="{67CFBB97-B723-4BE0-9FF0-36CA047CFAB3}" dt="2022-10-12T15:52:18.133" v="717" actId="478"/>
          <ac:spMkLst>
            <pc:docMk/>
            <pc:sldMk cId="618914659" sldId="262"/>
            <ac:spMk id="1033" creationId="{96C108BC-3971-4C82-3C86-57E75E02C6DB}"/>
          </ac:spMkLst>
        </pc:spChg>
        <pc:picChg chg="add del mod">
          <ac:chgData name="Lucía  Rodríguez Delgado" userId="989b44ba-24a6-426e-8d2c-9e178c528dd2" providerId="ADAL" clId="{67CFBB97-B723-4BE0-9FF0-36CA047CFAB3}" dt="2022-10-12T05:19:06.710" v="259" actId="478"/>
          <ac:picMkLst>
            <pc:docMk/>
            <pc:sldMk cId="618914659" sldId="262"/>
            <ac:picMk id="3" creationId="{92A77834-09E5-752C-FC36-C5FE41A5DE72}"/>
          </ac:picMkLst>
        </pc:picChg>
        <pc:picChg chg="add del mod">
          <ac:chgData name="Lucía  Rodríguez Delgado" userId="989b44ba-24a6-426e-8d2c-9e178c528dd2" providerId="ADAL" clId="{67CFBB97-B723-4BE0-9FF0-36CA047CFAB3}" dt="2022-10-12T05:19:06.710" v="259" actId="478"/>
          <ac:picMkLst>
            <pc:docMk/>
            <pc:sldMk cId="618914659" sldId="262"/>
            <ac:picMk id="5" creationId="{F14D04D4-4612-2016-4057-9A49782C84E3}"/>
          </ac:picMkLst>
        </pc:picChg>
        <pc:picChg chg="add del mod">
          <ac:chgData name="Lucía  Rodríguez Delgado" userId="989b44ba-24a6-426e-8d2c-9e178c528dd2" providerId="ADAL" clId="{67CFBB97-B723-4BE0-9FF0-36CA047CFAB3}" dt="2022-10-12T05:26:53.124" v="356" actId="478"/>
          <ac:picMkLst>
            <pc:docMk/>
            <pc:sldMk cId="618914659" sldId="262"/>
            <ac:picMk id="9" creationId="{B5D77E78-83FD-EE8F-4455-D7614EDA95B4}"/>
          </ac:picMkLst>
        </pc:picChg>
        <pc:picChg chg="add del mod">
          <ac:chgData name="Lucía  Rodríguez Delgado" userId="989b44ba-24a6-426e-8d2c-9e178c528dd2" providerId="ADAL" clId="{67CFBB97-B723-4BE0-9FF0-36CA047CFAB3}" dt="2022-10-12T05:26:53.124" v="356" actId="478"/>
          <ac:picMkLst>
            <pc:docMk/>
            <pc:sldMk cId="618914659" sldId="262"/>
            <ac:picMk id="10" creationId="{41BA8099-89B4-C4D0-33AB-4C25BAEA3D5E}"/>
          </ac:picMkLst>
        </pc:picChg>
        <pc:picChg chg="add del mod">
          <ac:chgData name="Lucía  Rodríguez Delgado" userId="989b44ba-24a6-426e-8d2c-9e178c528dd2" providerId="ADAL" clId="{67CFBB97-B723-4BE0-9FF0-36CA047CFAB3}" dt="2022-10-12T05:46:01.613" v="471" actId="478"/>
          <ac:picMkLst>
            <pc:docMk/>
            <pc:sldMk cId="618914659" sldId="262"/>
            <ac:picMk id="12" creationId="{6425E5D9-BE8A-F2CD-15FE-D75C27670005}"/>
          </ac:picMkLst>
        </pc:picChg>
        <pc:picChg chg="add del mod">
          <ac:chgData name="Lucía  Rodríguez Delgado" userId="989b44ba-24a6-426e-8d2c-9e178c528dd2" providerId="ADAL" clId="{67CFBB97-B723-4BE0-9FF0-36CA047CFAB3}" dt="2022-10-12T05:45:21.487" v="464" actId="478"/>
          <ac:picMkLst>
            <pc:docMk/>
            <pc:sldMk cId="618914659" sldId="262"/>
            <ac:picMk id="14" creationId="{B7F0EDDC-1E80-9A01-00C7-534908B18B8C}"/>
          </ac:picMkLst>
        </pc:picChg>
        <pc:picChg chg="add del mod">
          <ac:chgData name="Lucía  Rodríguez Delgado" userId="989b44ba-24a6-426e-8d2c-9e178c528dd2" providerId="ADAL" clId="{67CFBB97-B723-4BE0-9FF0-36CA047CFAB3}" dt="2022-10-12T05:43:42.947" v="459" actId="478"/>
          <ac:picMkLst>
            <pc:docMk/>
            <pc:sldMk cId="618914659" sldId="262"/>
            <ac:picMk id="16" creationId="{5A12D5D7-3B7D-ABBC-A65D-012B16ECCCF4}"/>
          </ac:picMkLst>
        </pc:picChg>
        <pc:picChg chg="add del mod">
          <ac:chgData name="Lucía  Rodríguez Delgado" userId="989b44ba-24a6-426e-8d2c-9e178c528dd2" providerId="ADAL" clId="{67CFBB97-B723-4BE0-9FF0-36CA047CFAB3}" dt="2022-10-12T05:42:20.332" v="454" actId="478"/>
          <ac:picMkLst>
            <pc:docMk/>
            <pc:sldMk cId="618914659" sldId="262"/>
            <ac:picMk id="18" creationId="{5F8B1B45-30B3-9740-B52C-969A283A55A3}"/>
          </ac:picMkLst>
        </pc:picChg>
        <pc:picChg chg="add del mod modCrop">
          <ac:chgData name="Lucía  Rodríguez Delgado" userId="989b44ba-24a6-426e-8d2c-9e178c528dd2" providerId="ADAL" clId="{67CFBB97-B723-4BE0-9FF0-36CA047CFAB3}" dt="2022-10-12T05:41:16.809" v="449" actId="478"/>
          <ac:picMkLst>
            <pc:docMk/>
            <pc:sldMk cId="618914659" sldId="262"/>
            <ac:picMk id="20" creationId="{033E452C-6192-2605-0FBB-F9142DE4B485}"/>
          </ac:picMkLst>
        </pc:picChg>
        <pc:picChg chg="add del mod">
          <ac:chgData name="Lucía  Rodríguez Delgado" userId="989b44ba-24a6-426e-8d2c-9e178c528dd2" providerId="ADAL" clId="{67CFBB97-B723-4BE0-9FF0-36CA047CFAB3}" dt="2022-10-12T05:40:40.559" v="445" actId="478"/>
          <ac:picMkLst>
            <pc:docMk/>
            <pc:sldMk cId="618914659" sldId="262"/>
            <ac:picMk id="22" creationId="{15716D80-9A02-B7D8-4172-DB0399BB99F1}"/>
          </ac:picMkLst>
        </pc:picChg>
        <pc:picChg chg="add mod">
          <ac:chgData name="Lucía  Rodríguez Delgado" userId="989b44ba-24a6-426e-8d2c-9e178c528dd2" providerId="ADAL" clId="{67CFBB97-B723-4BE0-9FF0-36CA047CFAB3}" dt="2022-10-12T05:40:51.696" v="448" actId="1076"/>
          <ac:picMkLst>
            <pc:docMk/>
            <pc:sldMk cId="618914659" sldId="262"/>
            <ac:picMk id="24" creationId="{41A970A1-4968-4F90-4CFA-4C358D6E6DB6}"/>
          </ac:picMkLst>
        </pc:picChg>
        <pc:picChg chg="add mod modCrop">
          <ac:chgData name="Lucía  Rodríguez Delgado" userId="989b44ba-24a6-426e-8d2c-9e178c528dd2" providerId="ADAL" clId="{67CFBB97-B723-4BE0-9FF0-36CA047CFAB3}" dt="2022-10-12T15:52:13.439" v="716" actId="1035"/>
          <ac:picMkLst>
            <pc:docMk/>
            <pc:sldMk cId="618914659" sldId="262"/>
            <ac:picMk id="26" creationId="{3EA8469D-B863-C987-F017-2EFC7ACC18E2}"/>
          </ac:picMkLst>
        </pc:picChg>
        <pc:picChg chg="add mod">
          <ac:chgData name="Lucía  Rodríguez Delgado" userId="989b44ba-24a6-426e-8d2c-9e178c528dd2" providerId="ADAL" clId="{67CFBB97-B723-4BE0-9FF0-36CA047CFAB3}" dt="2022-10-12T15:52:13.439" v="716" actId="1035"/>
          <ac:picMkLst>
            <pc:docMk/>
            <pc:sldMk cId="618914659" sldId="262"/>
            <ac:picMk id="28" creationId="{685DC310-C6E3-2D05-73E4-24E37DFB73BD}"/>
          </ac:picMkLst>
        </pc:picChg>
        <pc:picChg chg="add mod">
          <ac:chgData name="Lucía  Rodríguez Delgado" userId="989b44ba-24a6-426e-8d2c-9e178c528dd2" providerId="ADAL" clId="{67CFBB97-B723-4BE0-9FF0-36CA047CFAB3}" dt="2022-10-12T05:43:59.497" v="463" actId="14100"/>
          <ac:picMkLst>
            <pc:docMk/>
            <pc:sldMk cId="618914659" sldId="262"/>
            <ac:picMk id="30" creationId="{90C8B75A-0F6B-37A0-5981-ED597B0EDE65}"/>
          </ac:picMkLst>
        </pc:picChg>
        <pc:picChg chg="add mod">
          <ac:chgData name="Lucía  Rodríguez Delgado" userId="989b44ba-24a6-426e-8d2c-9e178c528dd2" providerId="ADAL" clId="{67CFBB97-B723-4BE0-9FF0-36CA047CFAB3}" dt="2022-10-12T05:46:17.353" v="473" actId="14100"/>
          <ac:picMkLst>
            <pc:docMk/>
            <pc:sldMk cId="618914659" sldId="262"/>
            <ac:picMk id="1024" creationId="{330B4DFA-7F79-17EA-E67D-A21B2E684E09}"/>
          </ac:picMkLst>
        </pc:picChg>
        <pc:picChg chg="add del mod">
          <ac:chgData name="Lucía  Rodríguez Delgado" userId="989b44ba-24a6-426e-8d2c-9e178c528dd2" providerId="ADAL" clId="{67CFBB97-B723-4BE0-9FF0-36CA047CFAB3}" dt="2022-10-12T05:20:34.058" v="263" actId="478"/>
          <ac:picMkLst>
            <pc:docMk/>
            <pc:sldMk cId="618914659" sldId="262"/>
            <ac:picMk id="1026" creationId="{3373B2F3-EBB2-AF56-2F81-5AD0968AF7A7}"/>
          </ac:picMkLst>
        </pc:picChg>
        <pc:picChg chg="add del mod">
          <ac:chgData name="Lucía  Rodríguez Delgado" userId="989b44ba-24a6-426e-8d2c-9e178c528dd2" providerId="ADAL" clId="{67CFBB97-B723-4BE0-9FF0-36CA047CFAB3}" dt="2022-10-12T05:20:44.065" v="268" actId="478"/>
          <ac:picMkLst>
            <pc:docMk/>
            <pc:sldMk cId="618914659" sldId="262"/>
            <ac:picMk id="1027" creationId="{1CCBFAE9-1817-1CC3-FB09-F071612A038A}"/>
          </ac:picMkLst>
        </pc:picChg>
        <pc:picChg chg="add del mod">
          <ac:chgData name="Lucía  Rodríguez Delgado" userId="989b44ba-24a6-426e-8d2c-9e178c528dd2" providerId="ADAL" clId="{67CFBB97-B723-4BE0-9FF0-36CA047CFAB3}" dt="2022-10-12T05:20:45.729" v="270" actId="478"/>
          <ac:picMkLst>
            <pc:docMk/>
            <pc:sldMk cId="618914659" sldId="262"/>
            <ac:picMk id="1028" creationId="{E17BB8AC-8440-8B02-EC71-D35F786D67D9}"/>
          </ac:picMkLst>
        </pc:picChg>
        <pc:picChg chg="add del mod">
          <ac:chgData name="Lucía  Rodríguez Delgado" userId="989b44ba-24a6-426e-8d2c-9e178c528dd2" providerId="ADAL" clId="{67CFBB97-B723-4BE0-9FF0-36CA047CFAB3}" dt="2022-10-12T05:20:46.761" v="272" actId="478"/>
          <ac:picMkLst>
            <pc:docMk/>
            <pc:sldMk cId="618914659" sldId="262"/>
            <ac:picMk id="1029" creationId="{FAF01821-87B2-025B-9DB4-DE1EBF98A49C}"/>
          </ac:picMkLst>
        </pc:picChg>
        <pc:picChg chg="add del mod">
          <ac:chgData name="Lucía  Rodríguez Delgado" userId="989b44ba-24a6-426e-8d2c-9e178c528dd2" providerId="ADAL" clId="{67CFBB97-B723-4BE0-9FF0-36CA047CFAB3}" dt="2022-10-12T05:20:47.741" v="274" actId="478"/>
          <ac:picMkLst>
            <pc:docMk/>
            <pc:sldMk cId="618914659" sldId="262"/>
            <ac:picMk id="1030" creationId="{918DFA32-5892-244E-DA40-DEAE585A4A1B}"/>
          </ac:picMkLst>
        </pc:picChg>
        <pc:picChg chg="add del mod">
          <ac:chgData name="Lucía  Rodríguez Delgado" userId="989b44ba-24a6-426e-8d2c-9e178c528dd2" providerId="ADAL" clId="{67CFBB97-B723-4BE0-9FF0-36CA047CFAB3}" dt="2022-10-12T05:20:48.634" v="276" actId="478"/>
          <ac:picMkLst>
            <pc:docMk/>
            <pc:sldMk cId="618914659" sldId="262"/>
            <ac:picMk id="1031" creationId="{98DD2E4A-1E7D-8A87-C36F-495F2D6ABD2F}"/>
          </ac:picMkLst>
        </pc:picChg>
        <pc:picChg chg="add mod">
          <ac:chgData name="Lucía  Rodríguez Delgado" userId="989b44ba-24a6-426e-8d2c-9e178c528dd2" providerId="ADAL" clId="{67CFBB97-B723-4BE0-9FF0-36CA047CFAB3}" dt="2022-10-12T15:52:13.439" v="716" actId="1035"/>
          <ac:picMkLst>
            <pc:docMk/>
            <pc:sldMk cId="618914659" sldId="262"/>
            <ac:picMk id="1032" creationId="{9EFDEAFB-0887-02EA-AF86-96E15352FC83}"/>
          </ac:picMkLst>
        </pc:picChg>
      </pc:sldChg>
      <pc:sldChg chg="new del">
        <pc:chgData name="Lucía  Rodríguez Delgado" userId="989b44ba-24a6-426e-8d2c-9e178c528dd2" providerId="ADAL" clId="{67CFBB97-B723-4BE0-9FF0-36CA047CFAB3}" dt="2022-10-11T23:34:31.650" v="229" actId="2696"/>
        <pc:sldMkLst>
          <pc:docMk/>
          <pc:sldMk cId="2140272717" sldId="262"/>
        </pc:sldMkLst>
      </pc:sldChg>
      <pc:sldChg chg="addSp delSp modSp new mod">
        <pc:chgData name="Lucía  Rodríguez Delgado" userId="989b44ba-24a6-426e-8d2c-9e178c528dd2" providerId="ADAL" clId="{67CFBB97-B723-4BE0-9FF0-36CA047CFAB3}" dt="2022-10-12T15:19:53.706" v="697" actId="1076"/>
        <pc:sldMkLst>
          <pc:docMk/>
          <pc:sldMk cId="3301571747" sldId="263"/>
        </pc:sldMkLst>
        <pc:spChg chg="mod">
          <ac:chgData name="Lucía  Rodríguez Delgado" userId="989b44ba-24a6-426e-8d2c-9e178c528dd2" providerId="ADAL" clId="{67CFBB97-B723-4BE0-9FF0-36CA047CFAB3}" dt="2022-10-12T05:49:44.118" v="485" actId="20577"/>
          <ac:spMkLst>
            <pc:docMk/>
            <pc:sldMk cId="3301571747" sldId="263"/>
            <ac:spMk id="2" creationId="{401BEF45-E003-C143-B39C-F5C3F283BE43}"/>
          </ac:spMkLst>
        </pc:spChg>
        <pc:spChg chg="del">
          <ac:chgData name="Lucía  Rodríguez Delgado" userId="989b44ba-24a6-426e-8d2c-9e178c528dd2" providerId="ADAL" clId="{67CFBB97-B723-4BE0-9FF0-36CA047CFAB3}" dt="2022-10-12T05:57:55.062" v="490" actId="478"/>
          <ac:spMkLst>
            <pc:docMk/>
            <pc:sldMk cId="3301571747" sldId="263"/>
            <ac:spMk id="3" creationId="{9C5F0398-CB5D-A78B-DF05-93FD55AEDF4D}"/>
          </ac:spMkLst>
        </pc:spChg>
        <pc:spChg chg="add mod">
          <ac:chgData name="Lucía  Rodríguez Delgado" userId="989b44ba-24a6-426e-8d2c-9e178c528dd2" providerId="ADAL" clId="{67CFBB97-B723-4BE0-9FF0-36CA047CFAB3}" dt="2022-10-12T14:59:06.064" v="636" actId="20577"/>
          <ac:spMkLst>
            <pc:docMk/>
            <pc:sldMk cId="3301571747" sldId="263"/>
            <ac:spMk id="6" creationId="{84226FA8-2248-1746-E698-2A735682A844}"/>
          </ac:spMkLst>
        </pc:spChg>
        <pc:spChg chg="add mod">
          <ac:chgData name="Lucía  Rodríguez Delgado" userId="989b44ba-24a6-426e-8d2c-9e178c528dd2" providerId="ADAL" clId="{67CFBB97-B723-4BE0-9FF0-36CA047CFAB3}" dt="2022-10-12T15:15:01.882" v="644" actId="1076"/>
          <ac:spMkLst>
            <pc:docMk/>
            <pc:sldMk cId="3301571747" sldId="263"/>
            <ac:spMk id="9" creationId="{742E97F7-C821-FC94-45A9-D1124DD96648}"/>
          </ac:spMkLst>
        </pc:spChg>
        <pc:spChg chg="add mod">
          <ac:chgData name="Lucía  Rodríguez Delgado" userId="989b44ba-24a6-426e-8d2c-9e178c528dd2" providerId="ADAL" clId="{67CFBB97-B723-4BE0-9FF0-36CA047CFAB3}" dt="2022-10-12T15:15:17.811" v="648" actId="1076"/>
          <ac:spMkLst>
            <pc:docMk/>
            <pc:sldMk cId="3301571747" sldId="263"/>
            <ac:spMk id="12" creationId="{87CEF704-8F27-27CC-FBB8-DD236F5474E2}"/>
          </ac:spMkLst>
        </pc:spChg>
        <pc:spChg chg="add mod">
          <ac:chgData name="Lucía  Rodríguez Delgado" userId="989b44ba-24a6-426e-8d2c-9e178c528dd2" providerId="ADAL" clId="{67CFBB97-B723-4BE0-9FF0-36CA047CFAB3}" dt="2022-10-12T15:15:45.175" v="691" actId="27636"/>
          <ac:spMkLst>
            <pc:docMk/>
            <pc:sldMk cId="3301571747" sldId="263"/>
            <ac:spMk id="13" creationId="{53F7BAF7-DB3F-3A04-9AAE-9EEB61A4864B}"/>
          </ac:spMkLst>
        </pc:spChg>
        <pc:picChg chg="add del mod modCrop">
          <ac:chgData name="Lucía  Rodríguez Delgado" userId="989b44ba-24a6-426e-8d2c-9e178c528dd2" providerId="ADAL" clId="{67CFBB97-B723-4BE0-9FF0-36CA047CFAB3}" dt="2022-10-12T15:14:47.111" v="640" actId="478"/>
          <ac:picMkLst>
            <pc:docMk/>
            <pc:sldMk cId="3301571747" sldId="263"/>
            <ac:picMk id="5" creationId="{564700EC-B653-53A9-C923-7B570A898C99}"/>
          </ac:picMkLst>
        </pc:picChg>
        <pc:picChg chg="add del mod">
          <ac:chgData name="Lucía  Rodríguez Delgado" userId="989b44ba-24a6-426e-8d2c-9e178c528dd2" providerId="ADAL" clId="{67CFBB97-B723-4BE0-9FF0-36CA047CFAB3}" dt="2022-10-12T15:19:36.528" v="692" actId="478"/>
          <ac:picMkLst>
            <pc:docMk/>
            <pc:sldMk cId="3301571747" sldId="263"/>
            <ac:picMk id="8" creationId="{FF6F193E-24AF-57BE-979E-7E3953548133}"/>
          </ac:picMkLst>
        </pc:picChg>
        <pc:picChg chg="add mod modCrop">
          <ac:chgData name="Lucía  Rodríguez Delgado" userId="989b44ba-24a6-426e-8d2c-9e178c528dd2" providerId="ADAL" clId="{67CFBB97-B723-4BE0-9FF0-36CA047CFAB3}" dt="2022-10-12T15:14:53.795" v="642" actId="1076"/>
          <ac:picMkLst>
            <pc:docMk/>
            <pc:sldMk cId="3301571747" sldId="263"/>
            <ac:picMk id="11" creationId="{E00E3242-3A04-686B-41FC-2EF721881144}"/>
          </ac:picMkLst>
        </pc:picChg>
        <pc:picChg chg="add mod">
          <ac:chgData name="Lucía  Rodríguez Delgado" userId="989b44ba-24a6-426e-8d2c-9e178c528dd2" providerId="ADAL" clId="{67CFBB97-B723-4BE0-9FF0-36CA047CFAB3}" dt="2022-10-12T15:19:53.706" v="697" actId="1076"/>
          <ac:picMkLst>
            <pc:docMk/>
            <pc:sldMk cId="3301571747" sldId="263"/>
            <ac:picMk id="15" creationId="{22ED70E9-8779-502D-CDA1-21BD8E1D4A4D}"/>
          </ac:picMkLst>
        </pc:picChg>
      </pc:sldChg>
    </pc:docChg>
  </pc:docChgLst>
  <pc:docChgLst>
    <pc:chgData name="Susana Solorzano Jiménez" userId="S::ssolorzano@clg-cr.com::4f5c779b-c11c-46be-989f-276df79433fe" providerId="AD" clId="Web-{490A878C-3F8F-4792-B4F6-05C12DEEB090}"/>
    <pc:docChg chg="modSld">
      <pc:chgData name="Susana Solorzano Jiménez" userId="S::ssolorzano@clg-cr.com::4f5c779b-c11c-46be-989f-276df79433fe" providerId="AD" clId="Web-{490A878C-3F8F-4792-B4F6-05C12DEEB090}" dt="2022-09-30T04:33:29.265" v="10"/>
      <pc:docMkLst>
        <pc:docMk/>
      </pc:docMkLst>
      <pc:sldChg chg="modSp">
        <pc:chgData name="Susana Solorzano Jiménez" userId="S::ssolorzano@clg-cr.com::4f5c779b-c11c-46be-989f-276df79433fe" providerId="AD" clId="Web-{490A878C-3F8F-4792-B4F6-05C12DEEB090}" dt="2022-09-30T04:13:45.053" v="4" actId="20577"/>
        <pc:sldMkLst>
          <pc:docMk/>
          <pc:sldMk cId="867328294" sldId="256"/>
        </pc:sldMkLst>
        <pc:spChg chg="mod">
          <ac:chgData name="Susana Solorzano Jiménez" userId="S::ssolorzano@clg-cr.com::4f5c779b-c11c-46be-989f-276df79433fe" providerId="AD" clId="Web-{490A878C-3F8F-4792-B4F6-05C12DEEB090}" dt="2022-09-30T04:13:45.053" v="4" actId="20577"/>
          <ac:spMkLst>
            <pc:docMk/>
            <pc:sldMk cId="867328294" sldId="256"/>
            <ac:spMk id="4" creationId="{A94BCEB9-3247-1191-EB03-B06909D4E632}"/>
          </ac:spMkLst>
        </pc:spChg>
      </pc:sldChg>
      <pc:sldChg chg="modSp">
        <pc:chgData name="Susana Solorzano Jiménez" userId="S::ssolorzano@clg-cr.com::4f5c779b-c11c-46be-989f-276df79433fe" providerId="AD" clId="Web-{490A878C-3F8F-4792-B4F6-05C12DEEB090}" dt="2022-09-30T04:33:29.265" v="10"/>
        <pc:sldMkLst>
          <pc:docMk/>
          <pc:sldMk cId="4105714039" sldId="259"/>
        </pc:sldMkLst>
        <pc:graphicFrameChg chg="mod modGraphic">
          <ac:chgData name="Susana Solorzano Jiménez" userId="S::ssolorzano@clg-cr.com::4f5c779b-c11c-46be-989f-276df79433fe" providerId="AD" clId="Web-{490A878C-3F8F-4792-B4F6-05C12DEEB090}" dt="2022-09-30T04:33:29.265" v="10"/>
          <ac:graphicFrameMkLst>
            <pc:docMk/>
            <pc:sldMk cId="4105714039" sldId="259"/>
            <ac:graphicFrameMk id="5" creationId="{EA2C8A5D-8AB4-3376-DA20-E1F49707D99D}"/>
          </ac:graphicFrameMkLst>
        </pc:graphicFrameChg>
      </pc:sldChg>
    </pc:docChg>
  </pc:docChgLst>
  <pc:docChgLst>
    <pc:chgData name="Susana Solorzano Jiménez" userId="S::ssolorzano@clg-cr.com::4f5c779b-c11c-46be-989f-276df79433fe" providerId="AD" clId="Web-{87BD9095-CEEB-4469-9953-86A9AE17130F}"/>
    <pc:docChg chg="modSld">
      <pc:chgData name="Susana Solorzano Jiménez" userId="S::ssolorzano@clg-cr.com::4f5c779b-c11c-46be-989f-276df79433fe" providerId="AD" clId="Web-{87BD9095-CEEB-4469-9953-86A9AE17130F}" dt="2022-09-30T03:02:52.951" v="1069"/>
      <pc:docMkLst>
        <pc:docMk/>
      </pc:docMkLst>
      <pc:sldChg chg="modSp">
        <pc:chgData name="Susana Solorzano Jiménez" userId="S::ssolorzano@clg-cr.com::4f5c779b-c11c-46be-989f-276df79433fe" providerId="AD" clId="Web-{87BD9095-CEEB-4469-9953-86A9AE17130F}" dt="2022-09-30T02:11:27.169" v="170" actId="20577"/>
        <pc:sldMkLst>
          <pc:docMk/>
          <pc:sldMk cId="3351738516" sldId="258"/>
        </pc:sldMkLst>
        <pc:spChg chg="mod">
          <ac:chgData name="Susana Solorzano Jiménez" userId="S::ssolorzano@clg-cr.com::4f5c779b-c11c-46be-989f-276df79433fe" providerId="AD" clId="Web-{87BD9095-CEEB-4469-9953-86A9AE17130F}" dt="2022-09-30T02:11:27.169" v="170" actId="20577"/>
          <ac:spMkLst>
            <pc:docMk/>
            <pc:sldMk cId="3351738516" sldId="258"/>
            <ac:spMk id="5" creationId="{1FB476AA-E9CA-09DC-2B86-803D1173E4AD}"/>
          </ac:spMkLst>
        </pc:spChg>
        <pc:picChg chg="mod">
          <ac:chgData name="Susana Solorzano Jiménez" userId="S::ssolorzano@clg-cr.com::4f5c779b-c11c-46be-989f-276df79433fe" providerId="AD" clId="Web-{87BD9095-CEEB-4469-9953-86A9AE17130F}" dt="2022-09-30T01:58:47.088" v="62" actId="1076"/>
          <ac:picMkLst>
            <pc:docMk/>
            <pc:sldMk cId="3351738516" sldId="258"/>
            <ac:picMk id="1026" creationId="{EE696DF5-EE53-FA9B-5A23-4CF577C67A2D}"/>
          </ac:picMkLst>
        </pc:picChg>
      </pc:sldChg>
      <pc:sldChg chg="delSp modSp">
        <pc:chgData name="Susana Solorzano Jiménez" userId="S::ssolorzano@clg-cr.com::4f5c779b-c11c-46be-989f-276df79433fe" providerId="AD" clId="Web-{87BD9095-CEEB-4469-9953-86A9AE17130F}" dt="2022-09-30T03:02:52.951" v="1069"/>
        <pc:sldMkLst>
          <pc:docMk/>
          <pc:sldMk cId="4105714039" sldId="259"/>
        </pc:sldMkLst>
        <pc:spChg chg="mod">
          <ac:chgData name="Susana Solorzano Jiménez" userId="S::ssolorzano@clg-cr.com::4f5c779b-c11c-46be-989f-276df79433fe" providerId="AD" clId="Web-{87BD9095-CEEB-4469-9953-86A9AE17130F}" dt="2022-09-30T02:22:03.105" v="333" actId="20577"/>
          <ac:spMkLst>
            <pc:docMk/>
            <pc:sldMk cId="4105714039" sldId="259"/>
            <ac:spMk id="4" creationId="{5F99D838-DEE2-4EF8-7115-C5608306C8C9}"/>
          </ac:spMkLst>
        </pc:spChg>
        <pc:graphicFrameChg chg="mod modGraphic">
          <ac:chgData name="Susana Solorzano Jiménez" userId="S::ssolorzano@clg-cr.com::4f5c779b-c11c-46be-989f-276df79433fe" providerId="AD" clId="Web-{87BD9095-CEEB-4469-9953-86A9AE17130F}" dt="2022-09-30T03:02:52.951" v="1069"/>
          <ac:graphicFrameMkLst>
            <pc:docMk/>
            <pc:sldMk cId="4105714039" sldId="259"/>
            <ac:graphicFrameMk id="5" creationId="{EA2C8A5D-8AB4-3376-DA20-E1F49707D99D}"/>
          </ac:graphicFrameMkLst>
        </pc:graphicFrameChg>
        <pc:picChg chg="del mod">
          <ac:chgData name="Susana Solorzano Jiménez" userId="S::ssolorzano@clg-cr.com::4f5c779b-c11c-46be-989f-276df79433fe" providerId="AD" clId="Web-{87BD9095-CEEB-4469-9953-86A9AE17130F}" dt="2022-09-30T02:32:21.042" v="429"/>
          <ac:picMkLst>
            <pc:docMk/>
            <pc:sldMk cId="4105714039" sldId="259"/>
            <ac:picMk id="6" creationId="{71E756A3-997B-D1DE-A59E-EB8A7848041D}"/>
          </ac:picMkLst>
        </pc:picChg>
      </pc:sldChg>
      <pc:sldChg chg="mod modShow">
        <pc:chgData name="Susana Solorzano Jiménez" userId="S::ssolorzano@clg-cr.com::4f5c779b-c11c-46be-989f-276df79433fe" providerId="AD" clId="Web-{87BD9095-CEEB-4469-9953-86A9AE17130F}" dt="2022-09-30T02:34:02.107" v="430"/>
        <pc:sldMkLst>
          <pc:docMk/>
          <pc:sldMk cId="2588767048" sldId="260"/>
        </pc:sldMkLst>
      </pc:sldChg>
      <pc:sldChg chg="mod modShow">
        <pc:chgData name="Susana Solorzano Jiménez" userId="S::ssolorzano@clg-cr.com::4f5c779b-c11c-46be-989f-276df79433fe" providerId="AD" clId="Web-{87BD9095-CEEB-4469-9953-86A9AE17130F}" dt="2022-09-30T02:34:07.013" v="431"/>
        <pc:sldMkLst>
          <pc:docMk/>
          <pc:sldMk cId="1756265792" sldId="261"/>
        </pc:sldMkLst>
      </pc:sldChg>
    </pc:docChg>
  </pc:docChgLst>
  <pc:docChgLst>
    <pc:chgData name="Susana Solorzano Jiménez" userId="S::ssolorzano@clg-cr.com::4f5c779b-c11c-46be-989f-276df79433fe" providerId="AD" clId="Web-{6977B306-6E06-41BE-A55C-15332AF51A40}"/>
    <pc:docChg chg="modSld">
      <pc:chgData name="Susana Solorzano Jiménez" userId="S::ssolorzano@clg-cr.com::4f5c779b-c11c-46be-989f-276df79433fe" providerId="AD" clId="Web-{6977B306-6E06-41BE-A55C-15332AF51A40}" dt="2022-09-30T01:52:49.608" v="10" actId="20577"/>
      <pc:docMkLst>
        <pc:docMk/>
      </pc:docMkLst>
      <pc:sldChg chg="modSp">
        <pc:chgData name="Susana Solorzano Jiménez" userId="S::ssolorzano@clg-cr.com::4f5c779b-c11c-46be-989f-276df79433fe" providerId="AD" clId="Web-{6977B306-6E06-41BE-A55C-15332AF51A40}" dt="2022-09-30T01:39:35.534" v="7" actId="1076"/>
        <pc:sldMkLst>
          <pc:docMk/>
          <pc:sldMk cId="416169555" sldId="257"/>
        </pc:sldMkLst>
        <pc:spChg chg="mod">
          <ac:chgData name="Susana Solorzano Jiménez" userId="S::ssolorzano@clg-cr.com::4f5c779b-c11c-46be-989f-276df79433fe" providerId="AD" clId="Web-{6977B306-6E06-41BE-A55C-15332AF51A40}" dt="2022-09-30T01:39:27.049" v="6" actId="20577"/>
          <ac:spMkLst>
            <pc:docMk/>
            <pc:sldMk cId="416169555" sldId="257"/>
            <ac:spMk id="3" creationId="{FC5FF022-E90C-08F1-D805-B2F0EC93BA6C}"/>
          </ac:spMkLst>
        </pc:spChg>
        <pc:picChg chg="mod">
          <ac:chgData name="Susana Solorzano Jiménez" userId="S::ssolorzano@clg-cr.com::4f5c779b-c11c-46be-989f-276df79433fe" providerId="AD" clId="Web-{6977B306-6E06-41BE-A55C-15332AF51A40}" dt="2022-09-30T01:39:35.534" v="7" actId="1076"/>
          <ac:picMkLst>
            <pc:docMk/>
            <pc:sldMk cId="416169555" sldId="257"/>
            <ac:picMk id="7" creationId="{BF8DB8F3-B2D2-BF79-4052-031A092CD7D6}"/>
          </ac:picMkLst>
        </pc:picChg>
      </pc:sldChg>
      <pc:sldChg chg="modSp">
        <pc:chgData name="Susana Solorzano Jiménez" userId="S::ssolorzano@clg-cr.com::4f5c779b-c11c-46be-989f-276df79433fe" providerId="AD" clId="Web-{6977B306-6E06-41BE-A55C-15332AF51A40}" dt="2022-09-30T01:52:49.608" v="10" actId="20577"/>
        <pc:sldMkLst>
          <pc:docMk/>
          <pc:sldMk cId="3351738516" sldId="258"/>
        </pc:sldMkLst>
        <pc:spChg chg="mod">
          <ac:chgData name="Susana Solorzano Jiménez" userId="S::ssolorzano@clg-cr.com::4f5c779b-c11c-46be-989f-276df79433fe" providerId="AD" clId="Web-{6977B306-6E06-41BE-A55C-15332AF51A40}" dt="2022-09-30T01:52:49.608" v="10" actId="20577"/>
          <ac:spMkLst>
            <pc:docMk/>
            <pc:sldMk cId="3351738516" sldId="258"/>
            <ac:spMk id="5" creationId="{1FB476AA-E9CA-09DC-2B86-803D1173E4AD}"/>
          </ac:spMkLst>
        </pc:spChg>
      </pc:sldChg>
      <pc:sldChg chg="addSp modSp">
        <pc:chgData name="Susana Solorzano Jiménez" userId="S::ssolorzano@clg-cr.com::4f5c779b-c11c-46be-989f-276df79433fe" providerId="AD" clId="Web-{6977B306-6E06-41BE-A55C-15332AF51A40}" dt="2022-09-30T01:38:00.077" v="3"/>
        <pc:sldMkLst>
          <pc:docMk/>
          <pc:sldMk cId="4105714039" sldId="259"/>
        </pc:sldMkLst>
        <pc:graphicFrameChg chg="add mod modGraphic">
          <ac:chgData name="Susana Solorzano Jiménez" userId="S::ssolorzano@clg-cr.com::4f5c779b-c11c-46be-989f-276df79433fe" providerId="AD" clId="Web-{6977B306-6E06-41BE-A55C-15332AF51A40}" dt="2022-09-30T01:38:00.077" v="3"/>
          <ac:graphicFrameMkLst>
            <pc:docMk/>
            <pc:sldMk cId="4105714039" sldId="259"/>
            <ac:graphicFrameMk id="5" creationId="{EA2C8A5D-8AB4-3376-DA20-E1F49707D99D}"/>
          </ac:graphicFrameMkLst>
        </pc:graphicFrameChg>
      </pc:sldChg>
    </pc:docChg>
  </pc:docChgLst>
  <pc:docChgLst>
    <pc:chgData name="Susana Solorzano Jiménez" userId="S::ssolorzano@clg-cr.com::4f5c779b-c11c-46be-989f-276df79433fe" providerId="AD" clId="Web-{0FA48E21-AF79-47A8-930F-DC47332FAB85}"/>
    <pc:docChg chg="modSld">
      <pc:chgData name="Susana Solorzano Jiménez" userId="S::ssolorzano@clg-cr.com::4f5c779b-c11c-46be-989f-276df79433fe" providerId="AD" clId="Web-{0FA48E21-AF79-47A8-930F-DC47332FAB85}" dt="2022-09-30T01:54:34.322" v="9" actId="20577"/>
      <pc:docMkLst>
        <pc:docMk/>
      </pc:docMkLst>
      <pc:sldChg chg="modSp">
        <pc:chgData name="Susana Solorzano Jiménez" userId="S::ssolorzano@clg-cr.com::4f5c779b-c11c-46be-989f-276df79433fe" providerId="AD" clId="Web-{0FA48E21-AF79-47A8-930F-DC47332FAB85}" dt="2022-09-30T01:54:34.322" v="9" actId="20577"/>
        <pc:sldMkLst>
          <pc:docMk/>
          <pc:sldMk cId="3351738516" sldId="258"/>
        </pc:sldMkLst>
        <pc:spChg chg="mod">
          <ac:chgData name="Susana Solorzano Jiménez" userId="S::ssolorzano@clg-cr.com::4f5c779b-c11c-46be-989f-276df79433fe" providerId="AD" clId="Web-{0FA48E21-AF79-47A8-930F-DC47332FAB85}" dt="2022-09-30T01:54:34.322" v="9" actId="20577"/>
          <ac:spMkLst>
            <pc:docMk/>
            <pc:sldMk cId="3351738516" sldId="258"/>
            <ac:spMk id="5" creationId="{1FB476AA-E9CA-09DC-2B86-803D1173E4AD}"/>
          </ac:spMkLst>
        </pc:spChg>
        <pc:picChg chg="mod">
          <ac:chgData name="Susana Solorzano Jiménez" userId="S::ssolorzano@clg-cr.com::4f5c779b-c11c-46be-989f-276df79433fe" providerId="AD" clId="Web-{0FA48E21-AF79-47A8-930F-DC47332FAB85}" dt="2022-09-30T01:54:29.572" v="6" actId="1076"/>
          <ac:picMkLst>
            <pc:docMk/>
            <pc:sldMk cId="3351738516" sldId="258"/>
            <ac:picMk id="1026" creationId="{EE696DF5-EE53-FA9B-5A23-4CF577C67A2D}"/>
          </ac:picMkLst>
        </pc:picChg>
      </pc:sldChg>
    </pc:docChg>
  </pc:docChgLst>
  <pc:docChgLst>
    <pc:chgData name="Susana Solorzano Jiménez" userId="S::ssolorzano@clg-cr.com::4f5c779b-c11c-46be-989f-276df79433fe" providerId="AD" clId="Web-{1A8D399D-55DB-4DAF-A57D-BC6C82BDDC95}"/>
    <pc:docChg chg="modSld">
      <pc:chgData name="Susana Solorzano Jiménez" userId="S::ssolorzano@clg-cr.com::4f5c779b-c11c-46be-989f-276df79433fe" providerId="AD" clId="Web-{1A8D399D-55DB-4DAF-A57D-BC6C82BDDC95}" dt="2022-10-12T14:31:37.712" v="13" actId="1076"/>
      <pc:docMkLst>
        <pc:docMk/>
      </pc:docMkLst>
      <pc:sldChg chg="modSp">
        <pc:chgData name="Susana Solorzano Jiménez" userId="S::ssolorzano@clg-cr.com::4f5c779b-c11c-46be-989f-276df79433fe" providerId="AD" clId="Web-{1A8D399D-55DB-4DAF-A57D-BC6C82BDDC95}" dt="2022-10-12T14:19:52.845" v="1"/>
        <pc:sldMkLst>
          <pc:docMk/>
          <pc:sldMk cId="4105714039" sldId="259"/>
        </pc:sldMkLst>
        <pc:graphicFrameChg chg="mod modGraphic">
          <ac:chgData name="Susana Solorzano Jiménez" userId="S::ssolorzano@clg-cr.com::4f5c779b-c11c-46be-989f-276df79433fe" providerId="AD" clId="Web-{1A8D399D-55DB-4DAF-A57D-BC6C82BDDC95}" dt="2022-10-12T14:19:52.845" v="1"/>
          <ac:graphicFrameMkLst>
            <pc:docMk/>
            <pc:sldMk cId="4105714039" sldId="259"/>
            <ac:graphicFrameMk id="5" creationId="{EA2C8A5D-8AB4-3376-DA20-E1F49707D99D}"/>
          </ac:graphicFrameMkLst>
        </pc:graphicFrameChg>
      </pc:sldChg>
      <pc:sldChg chg="modSp">
        <pc:chgData name="Susana Solorzano Jiménez" userId="S::ssolorzano@clg-cr.com::4f5c779b-c11c-46be-989f-276df79433fe" providerId="AD" clId="Web-{1A8D399D-55DB-4DAF-A57D-BC6C82BDDC95}" dt="2022-10-12T14:31:37.712" v="13" actId="1076"/>
        <pc:sldMkLst>
          <pc:docMk/>
          <pc:sldMk cId="618914659" sldId="262"/>
        </pc:sldMkLst>
        <pc:picChg chg="mod">
          <ac:chgData name="Susana Solorzano Jiménez" userId="S::ssolorzano@clg-cr.com::4f5c779b-c11c-46be-989f-276df79433fe" providerId="AD" clId="Web-{1A8D399D-55DB-4DAF-A57D-BC6C82BDDC95}" dt="2022-10-12T14:31:25.493" v="10" actId="1076"/>
          <ac:picMkLst>
            <pc:docMk/>
            <pc:sldMk cId="618914659" sldId="262"/>
            <ac:picMk id="28" creationId="{685DC310-C6E3-2D05-73E4-24E37DFB73BD}"/>
          </ac:picMkLst>
        </pc:picChg>
        <pc:picChg chg="mod">
          <ac:chgData name="Susana Solorzano Jiménez" userId="S::ssolorzano@clg-cr.com::4f5c779b-c11c-46be-989f-276df79433fe" providerId="AD" clId="Web-{1A8D399D-55DB-4DAF-A57D-BC6C82BDDC95}" dt="2022-10-12T14:31:37.712" v="13" actId="1076"/>
          <ac:picMkLst>
            <pc:docMk/>
            <pc:sldMk cId="618914659" sldId="262"/>
            <ac:picMk id="30" creationId="{90C8B75A-0F6B-37A0-5981-ED597B0EDE65}"/>
          </ac:picMkLst>
        </pc:picChg>
      </pc:sldChg>
    </pc:docChg>
  </pc:docChgLst>
  <pc:docChgLst>
    <pc:chgData name="Susana Solorzano Jiménez" userId="S::ssolorzano@clg-cr.com::4f5c779b-c11c-46be-989f-276df79433fe" providerId="AD" clId="Web-{BF5FF6E7-1FAF-494B-825C-FD4FC1CF8D39}"/>
    <pc:docChg chg="modSld">
      <pc:chgData name="Susana Solorzano Jiménez" userId="S::ssolorzano@clg-cr.com::4f5c779b-c11c-46be-989f-276df79433fe" providerId="AD" clId="Web-{BF5FF6E7-1FAF-494B-825C-FD4FC1CF8D39}" dt="2022-09-30T01:36:43.759" v="272" actId="20577"/>
      <pc:docMkLst>
        <pc:docMk/>
      </pc:docMkLst>
      <pc:sldChg chg="addSp delSp modSp">
        <pc:chgData name="Susana Solorzano Jiménez" userId="S::ssolorzano@clg-cr.com::4f5c779b-c11c-46be-989f-276df79433fe" providerId="AD" clId="Web-{BF5FF6E7-1FAF-494B-825C-FD4FC1CF8D39}" dt="2022-09-30T01:24:56.395" v="233" actId="14100"/>
        <pc:sldMkLst>
          <pc:docMk/>
          <pc:sldMk cId="867328294" sldId="256"/>
        </pc:sldMkLst>
        <pc:spChg chg="mod">
          <ac:chgData name="Susana Solorzano Jiménez" userId="S::ssolorzano@clg-cr.com::4f5c779b-c11c-46be-989f-276df79433fe" providerId="AD" clId="Web-{BF5FF6E7-1FAF-494B-825C-FD4FC1CF8D39}" dt="2022-09-30T01:24:39.613" v="229" actId="20577"/>
          <ac:spMkLst>
            <pc:docMk/>
            <pc:sldMk cId="867328294" sldId="256"/>
            <ac:spMk id="2" creationId="{1B307E52-738C-1C2F-A534-0A3C8A2F26A2}"/>
          </ac:spMkLst>
        </pc:spChg>
        <pc:spChg chg="del">
          <ac:chgData name="Susana Solorzano Jiménez" userId="S::ssolorzano@clg-cr.com::4f5c779b-c11c-46be-989f-276df79433fe" providerId="AD" clId="Web-{BF5FF6E7-1FAF-494B-825C-FD4FC1CF8D39}" dt="2022-09-30T01:12:05.465" v="105"/>
          <ac:spMkLst>
            <pc:docMk/>
            <pc:sldMk cId="867328294" sldId="256"/>
            <ac:spMk id="3" creationId="{EA1678AF-56AF-884F-9EB9-923A82600E9D}"/>
          </ac:spMkLst>
        </pc:spChg>
        <pc:spChg chg="mod">
          <ac:chgData name="Susana Solorzano Jiménez" userId="S::ssolorzano@clg-cr.com::4f5c779b-c11c-46be-989f-276df79433fe" providerId="AD" clId="Web-{BF5FF6E7-1FAF-494B-825C-FD4FC1CF8D39}" dt="2022-09-30T01:24:56.395" v="233" actId="14100"/>
          <ac:spMkLst>
            <pc:docMk/>
            <pc:sldMk cId="867328294" sldId="256"/>
            <ac:spMk id="4" creationId="{A94BCEB9-3247-1191-EB03-B06909D4E632}"/>
          </ac:spMkLst>
        </pc:spChg>
        <pc:picChg chg="add mod">
          <ac:chgData name="Susana Solorzano Jiménez" userId="S::ssolorzano@clg-cr.com::4f5c779b-c11c-46be-989f-276df79433fe" providerId="AD" clId="Web-{BF5FF6E7-1FAF-494B-825C-FD4FC1CF8D39}" dt="2022-09-30T01:12:10.574" v="106" actId="1076"/>
          <ac:picMkLst>
            <pc:docMk/>
            <pc:sldMk cId="867328294" sldId="256"/>
            <ac:picMk id="6" creationId="{8C03A02C-8187-0EE8-CA7F-F7C984A3DEAB}"/>
          </ac:picMkLst>
        </pc:picChg>
      </pc:sldChg>
      <pc:sldChg chg="addSp delSp modSp modNotes">
        <pc:chgData name="Susana Solorzano Jiménez" userId="S::ssolorzano@clg-cr.com::4f5c779b-c11c-46be-989f-276df79433fe" providerId="AD" clId="Web-{BF5FF6E7-1FAF-494B-825C-FD4FC1CF8D39}" dt="2022-09-30T01:36:43.759" v="272" actId="20577"/>
        <pc:sldMkLst>
          <pc:docMk/>
          <pc:sldMk cId="416169555" sldId="257"/>
        </pc:sldMkLst>
        <pc:spChg chg="mod">
          <ac:chgData name="Susana Solorzano Jiménez" userId="S::ssolorzano@clg-cr.com::4f5c779b-c11c-46be-989f-276df79433fe" providerId="AD" clId="Web-{BF5FF6E7-1FAF-494B-825C-FD4FC1CF8D39}" dt="2022-09-30T01:33:19.941" v="247" actId="20577"/>
          <ac:spMkLst>
            <pc:docMk/>
            <pc:sldMk cId="416169555" sldId="257"/>
            <ac:spMk id="2" creationId="{7A678CC0-E7C9-9694-20B4-E05CCA74BF65}"/>
          </ac:spMkLst>
        </pc:spChg>
        <pc:spChg chg="mod">
          <ac:chgData name="Susana Solorzano Jiménez" userId="S::ssolorzano@clg-cr.com::4f5c779b-c11c-46be-989f-276df79433fe" providerId="AD" clId="Web-{BF5FF6E7-1FAF-494B-825C-FD4FC1CF8D39}" dt="2022-09-30T01:36:43.759" v="272" actId="20577"/>
          <ac:spMkLst>
            <pc:docMk/>
            <pc:sldMk cId="416169555" sldId="257"/>
            <ac:spMk id="3" creationId="{FC5FF022-E90C-08F1-D805-B2F0EC93BA6C}"/>
          </ac:spMkLst>
        </pc:spChg>
        <pc:spChg chg="del mod">
          <ac:chgData name="Susana Solorzano Jiménez" userId="S::ssolorzano@clg-cr.com::4f5c779b-c11c-46be-989f-276df79433fe" providerId="AD" clId="Web-{BF5FF6E7-1FAF-494B-825C-FD4FC1CF8D39}" dt="2022-09-30T01:33:02.721" v="245"/>
          <ac:spMkLst>
            <pc:docMk/>
            <pc:sldMk cId="416169555" sldId="257"/>
            <ac:spMk id="4" creationId="{64AD35F7-5C5C-BF14-C976-4A6C38C6C863}"/>
          </ac:spMkLst>
        </pc:spChg>
        <pc:picChg chg="add del mod">
          <ac:chgData name="Susana Solorzano Jiménez" userId="S::ssolorzano@clg-cr.com::4f5c779b-c11c-46be-989f-276df79433fe" providerId="AD" clId="Web-{BF5FF6E7-1FAF-494B-825C-FD4FC1CF8D39}" dt="2022-09-30T01:32:27.236" v="240"/>
          <ac:picMkLst>
            <pc:docMk/>
            <pc:sldMk cId="416169555" sldId="257"/>
            <ac:picMk id="6" creationId="{99AD4DE8-7CC9-3481-579E-D66334424BF2}"/>
          </ac:picMkLst>
        </pc:picChg>
        <pc:picChg chg="add mod">
          <ac:chgData name="Susana Solorzano Jiménez" userId="S::ssolorzano@clg-cr.com::4f5c779b-c11c-46be-989f-276df79433fe" providerId="AD" clId="Web-{BF5FF6E7-1FAF-494B-825C-FD4FC1CF8D39}" dt="2022-09-30T01:33:06.987" v="246" actId="1076"/>
          <ac:picMkLst>
            <pc:docMk/>
            <pc:sldMk cId="416169555" sldId="257"/>
            <ac:picMk id="7" creationId="{BF8DB8F3-B2D2-BF79-4052-031A092CD7D6}"/>
          </ac:picMkLst>
        </pc:picChg>
      </pc:sldChg>
      <pc:sldChg chg="addSp delSp modSp">
        <pc:chgData name="Susana Solorzano Jiménez" userId="S::ssolorzano@clg-cr.com::4f5c779b-c11c-46be-989f-276df79433fe" providerId="AD" clId="Web-{BF5FF6E7-1FAF-494B-825C-FD4FC1CF8D39}" dt="2022-09-30T01:36:10.727" v="257" actId="1076"/>
        <pc:sldMkLst>
          <pc:docMk/>
          <pc:sldMk cId="3351738516" sldId="258"/>
        </pc:sldMkLst>
        <pc:spChg chg="del mod">
          <ac:chgData name="Susana Solorzano Jiménez" userId="S::ssolorzano@clg-cr.com::4f5c779b-c11c-46be-989f-276df79433fe" providerId="AD" clId="Web-{BF5FF6E7-1FAF-494B-825C-FD4FC1CF8D39}" dt="2022-09-30T01:36:03.117" v="255"/>
          <ac:spMkLst>
            <pc:docMk/>
            <pc:sldMk cId="3351738516" sldId="258"/>
            <ac:spMk id="6" creationId="{E0613914-4EFA-2F08-D36D-AA4E84E7E45B}"/>
          </ac:spMkLst>
        </pc:spChg>
        <pc:picChg chg="add del mod">
          <ac:chgData name="Susana Solorzano Jiménez" userId="S::ssolorzano@clg-cr.com::4f5c779b-c11c-46be-989f-276df79433fe" providerId="AD" clId="Web-{BF5FF6E7-1FAF-494B-825C-FD4FC1CF8D39}" dt="2022-09-30T01:36:10.727" v="257" actId="1076"/>
          <ac:picMkLst>
            <pc:docMk/>
            <pc:sldMk cId="3351738516" sldId="258"/>
            <ac:picMk id="1026" creationId="{EE696DF5-EE53-FA9B-5A23-4CF577C67A2D}"/>
          </ac:picMkLst>
        </pc:picChg>
      </pc:sldChg>
    </pc:docChg>
  </pc:docChgLst>
  <pc:docChgLst>
    <pc:chgData name="Lucía  Rodríguez Delgado" userId="989b44ba-24a6-426e-8d2c-9e178c528dd2" providerId="ADAL" clId="{137BA3BB-5F2C-438B-8EC3-E2D2CBFE8906}"/>
    <pc:docChg chg="custSel modSld">
      <pc:chgData name="Lucía  Rodríguez Delgado" userId="989b44ba-24a6-426e-8d2c-9e178c528dd2" providerId="ADAL" clId="{137BA3BB-5F2C-438B-8EC3-E2D2CBFE8906}" dt="2022-09-30T04:48:12.555" v="450" actId="14100"/>
      <pc:docMkLst>
        <pc:docMk/>
      </pc:docMkLst>
      <pc:sldChg chg="modSp mod">
        <pc:chgData name="Lucía  Rodríguez Delgado" userId="989b44ba-24a6-426e-8d2c-9e178c528dd2" providerId="ADAL" clId="{137BA3BB-5F2C-438B-8EC3-E2D2CBFE8906}" dt="2022-09-30T04:40:17.011" v="427" actId="20577"/>
        <pc:sldMkLst>
          <pc:docMk/>
          <pc:sldMk cId="867328294" sldId="256"/>
        </pc:sldMkLst>
        <pc:spChg chg="mod">
          <ac:chgData name="Lucía  Rodríguez Delgado" userId="989b44ba-24a6-426e-8d2c-9e178c528dd2" providerId="ADAL" clId="{137BA3BB-5F2C-438B-8EC3-E2D2CBFE8906}" dt="2022-09-30T04:40:17.011" v="427" actId="20577"/>
          <ac:spMkLst>
            <pc:docMk/>
            <pc:sldMk cId="867328294" sldId="256"/>
            <ac:spMk id="2" creationId="{1B307E52-738C-1C2F-A534-0A3C8A2F26A2}"/>
          </ac:spMkLst>
        </pc:spChg>
        <pc:spChg chg="mod">
          <ac:chgData name="Lucía  Rodríguez Delgado" userId="989b44ba-24a6-426e-8d2c-9e178c528dd2" providerId="ADAL" clId="{137BA3BB-5F2C-438B-8EC3-E2D2CBFE8906}" dt="2022-09-30T03:57:38.468" v="151" actId="20577"/>
          <ac:spMkLst>
            <pc:docMk/>
            <pc:sldMk cId="867328294" sldId="256"/>
            <ac:spMk id="4" creationId="{A94BCEB9-3247-1191-EB03-B06909D4E632}"/>
          </ac:spMkLst>
        </pc:spChg>
      </pc:sldChg>
      <pc:sldChg chg="addSp modSp mod">
        <pc:chgData name="Lucía  Rodríguez Delgado" userId="989b44ba-24a6-426e-8d2c-9e178c528dd2" providerId="ADAL" clId="{137BA3BB-5F2C-438B-8EC3-E2D2CBFE8906}" dt="2022-09-30T04:48:12.555" v="450" actId="14100"/>
        <pc:sldMkLst>
          <pc:docMk/>
          <pc:sldMk cId="3351738516" sldId="258"/>
        </pc:sldMkLst>
        <pc:spChg chg="mod">
          <ac:chgData name="Lucía  Rodríguez Delgado" userId="989b44ba-24a6-426e-8d2c-9e178c528dd2" providerId="ADAL" clId="{137BA3BB-5F2C-438B-8EC3-E2D2CBFE8906}" dt="2022-09-30T04:48:12.555" v="450" actId="14100"/>
          <ac:spMkLst>
            <pc:docMk/>
            <pc:sldMk cId="3351738516" sldId="258"/>
            <ac:spMk id="5" creationId="{1FB476AA-E9CA-09DC-2B86-803D1173E4AD}"/>
          </ac:spMkLst>
        </pc:spChg>
        <pc:picChg chg="add mod">
          <ac:chgData name="Lucía  Rodríguez Delgado" userId="989b44ba-24a6-426e-8d2c-9e178c528dd2" providerId="ADAL" clId="{137BA3BB-5F2C-438B-8EC3-E2D2CBFE8906}" dt="2022-09-30T01:07:16.718" v="2" actId="1076"/>
          <ac:picMkLst>
            <pc:docMk/>
            <pc:sldMk cId="3351738516" sldId="258"/>
            <ac:picMk id="1026" creationId="{EE696DF5-EE53-FA9B-5A23-4CF577C67A2D}"/>
          </ac:picMkLst>
        </pc:picChg>
      </pc:sldChg>
      <pc:sldChg chg="modSp mod">
        <pc:chgData name="Lucía  Rodríguez Delgado" userId="989b44ba-24a6-426e-8d2c-9e178c528dd2" providerId="ADAL" clId="{137BA3BB-5F2C-438B-8EC3-E2D2CBFE8906}" dt="2022-09-30T04:46:17.613" v="430" actId="403"/>
        <pc:sldMkLst>
          <pc:docMk/>
          <pc:sldMk cId="4105714039" sldId="259"/>
        </pc:sldMkLst>
        <pc:graphicFrameChg chg="mod modGraphic">
          <ac:chgData name="Lucía  Rodríguez Delgado" userId="989b44ba-24a6-426e-8d2c-9e178c528dd2" providerId="ADAL" clId="{137BA3BB-5F2C-438B-8EC3-E2D2CBFE8906}" dt="2022-09-30T04:46:17.613" v="430" actId="403"/>
          <ac:graphicFrameMkLst>
            <pc:docMk/>
            <pc:sldMk cId="4105714039" sldId="259"/>
            <ac:graphicFrameMk id="5" creationId="{EA2C8A5D-8AB4-3376-DA20-E1F49707D99D}"/>
          </ac:graphicFrameMkLst>
        </pc:graphicFrameChg>
      </pc:sldChg>
    </pc:docChg>
  </pc:docChgLst>
  <pc:docChgLst>
    <pc:chgData name="Susana Solorzano Jiménez" userId="S::ssolorzano@clg-cr.com::4f5c779b-c11c-46be-989f-276df79433fe" providerId="AD" clId="Web-{61D95526-67B7-4E95-9682-F7554BCCFC6C}"/>
    <pc:docChg chg="modSld">
      <pc:chgData name="Susana Solorzano Jiménez" userId="S::ssolorzano@clg-cr.com::4f5c779b-c11c-46be-989f-276df79433fe" providerId="AD" clId="Web-{61D95526-67B7-4E95-9682-F7554BCCFC6C}" dt="2022-10-12T14:13:50.128" v="53"/>
      <pc:docMkLst>
        <pc:docMk/>
      </pc:docMkLst>
      <pc:sldChg chg="modSp">
        <pc:chgData name="Susana Solorzano Jiménez" userId="S::ssolorzano@clg-cr.com::4f5c779b-c11c-46be-989f-276df79433fe" providerId="AD" clId="Web-{61D95526-67B7-4E95-9682-F7554BCCFC6C}" dt="2022-10-12T14:04:06.423" v="1" actId="20577"/>
        <pc:sldMkLst>
          <pc:docMk/>
          <pc:sldMk cId="416169555" sldId="257"/>
        </pc:sldMkLst>
        <pc:spChg chg="mod">
          <ac:chgData name="Susana Solorzano Jiménez" userId="S::ssolorzano@clg-cr.com::4f5c779b-c11c-46be-989f-276df79433fe" providerId="AD" clId="Web-{61D95526-67B7-4E95-9682-F7554BCCFC6C}" dt="2022-10-12T14:04:06.423" v="1" actId="20577"/>
          <ac:spMkLst>
            <pc:docMk/>
            <pc:sldMk cId="416169555" sldId="257"/>
            <ac:spMk id="3" creationId="{FC5FF022-E90C-08F1-D805-B2F0EC93BA6C}"/>
          </ac:spMkLst>
        </pc:spChg>
      </pc:sldChg>
      <pc:sldChg chg="modSp">
        <pc:chgData name="Susana Solorzano Jiménez" userId="S::ssolorzano@clg-cr.com::4f5c779b-c11c-46be-989f-276df79433fe" providerId="AD" clId="Web-{61D95526-67B7-4E95-9682-F7554BCCFC6C}" dt="2022-10-12T14:13:50.128" v="53"/>
        <pc:sldMkLst>
          <pc:docMk/>
          <pc:sldMk cId="4105714039" sldId="259"/>
        </pc:sldMkLst>
        <pc:graphicFrameChg chg="mod modGraphic">
          <ac:chgData name="Susana Solorzano Jiménez" userId="S::ssolorzano@clg-cr.com::4f5c779b-c11c-46be-989f-276df79433fe" providerId="AD" clId="Web-{61D95526-67B7-4E95-9682-F7554BCCFC6C}" dt="2022-10-12T14:13:50.128" v="53"/>
          <ac:graphicFrameMkLst>
            <pc:docMk/>
            <pc:sldMk cId="4105714039" sldId="259"/>
            <ac:graphicFrameMk id="5" creationId="{EA2C8A5D-8AB4-3376-DA20-E1F49707D99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C50BC-14AF-469B-8149-FCE0A8149CD8}" type="datetimeFigureOut">
              <a:t>11/10/2022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C67C3-40DB-46C2-9AEC-F5A5FDE745CA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10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/>
              <a:t>(for </a:t>
            </a:r>
            <a:r>
              <a:rPr lang="sv-SE" err="1"/>
              <a:t>reference</a:t>
            </a:r>
            <a:r>
              <a:rPr lang="sv-SE"/>
              <a:t> – do not </a:t>
            </a:r>
            <a:r>
              <a:rPr lang="sv-SE" err="1"/>
              <a:t>include</a:t>
            </a:r>
            <a:r>
              <a:rPr lang="sv-SE"/>
              <a:t> in final presentation)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C67C3-40DB-46C2-9AEC-F5A5FDE745CA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227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4D86C-92DF-65AD-7E36-4A9655AB0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0D4433-285F-F42E-1004-AC40FD659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D715C-41CE-1A5E-3BC4-403EA109D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7623-E4BC-4D80-8832-DC2BA34D7676}" type="datetimeFigureOut">
              <a:rPr lang="en-GB" smtClean="0"/>
              <a:t>11/10/2022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D29DE-6C38-5559-6C5B-6D158117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04874-2091-73D9-ADA4-D4D959D6C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8DE1-B2D8-4BF7-8EDE-A8BEB232856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3908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61C0B-485A-0E5F-BABE-4C5F5DCF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3F7D2-49C5-FF4C-7A15-91F887AED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F5B7D-B1CC-B456-2DD3-47F4469E4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7623-E4BC-4D80-8832-DC2BA34D7676}" type="datetimeFigureOut">
              <a:rPr lang="en-GB" smtClean="0"/>
              <a:t>11/10/2022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7EEE0-A5F0-EC95-5DEE-223FFE50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6796F-C06E-E98D-C533-AD561809A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8DE1-B2D8-4BF7-8EDE-A8BEB232856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814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B554A-EA93-F082-510D-F08A5B64B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882B5-F308-F288-1027-0F31A8190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CB493-9CAC-C3AB-950A-74F7D2BC0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7623-E4BC-4D80-8832-DC2BA34D7676}" type="datetimeFigureOut">
              <a:rPr lang="en-GB" smtClean="0"/>
              <a:t>11/10/2022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DC736-076A-8AB4-C3DF-5E5807D48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ADC3C-1DB6-4EEA-7A4B-0849C8CAA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8DE1-B2D8-4BF7-8EDE-A8BEB232856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384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AB569-7EE3-5CC6-ADC3-18B1144AA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48207-71DB-49BD-8E6A-D6C378D148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32CB6-BC71-FD0F-6E17-611F48866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85C44-9E8E-0C6B-ADD1-A65231FF6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7623-E4BC-4D80-8832-DC2BA34D7676}" type="datetimeFigureOut">
              <a:rPr lang="en-GB" smtClean="0"/>
              <a:t>11/10/2022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96777-A106-93B2-1A9A-CAEFB882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8A1B3-8DF9-1BF3-2E86-E652DC900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8DE1-B2D8-4BF7-8EDE-A8BEB232856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95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6C50D-58B5-A77C-4FEB-C78155972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FDC4A-A577-27C8-5AB8-65140AB4D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64E04-8D73-FEA6-358A-6783D2021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79F33-1055-EA4F-A03A-FFCF0EA66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89978-C926-4347-0DA8-05A5B762E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E7946E-7770-B770-9CAA-2F92FAAC3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7623-E4BC-4D80-8832-DC2BA34D7676}" type="datetimeFigureOut">
              <a:rPr lang="en-GB" smtClean="0"/>
              <a:t>11/10/2022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FF0D31-605C-19AF-BF26-1057B376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020B4F-52E2-7348-3AA7-9B23584CB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8DE1-B2D8-4BF7-8EDE-A8BEB232856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06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47506-949B-1F88-EC5B-9DCB2C732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7E6B83-75F9-759E-6287-4B97FA5C0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7623-E4BC-4D80-8832-DC2BA34D7676}" type="datetimeFigureOut">
              <a:rPr lang="en-GB" smtClean="0"/>
              <a:t>11/10/2022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2CEAFE-B52C-3404-63D6-348E6522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453D57-118F-DF31-5795-E56B740FA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8DE1-B2D8-4BF7-8EDE-A8BEB232856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943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073DAA-A5CC-395D-0D2C-8BB3AE8A5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7623-E4BC-4D80-8832-DC2BA34D7676}" type="datetimeFigureOut">
              <a:rPr lang="en-GB" smtClean="0"/>
              <a:t>11/10/2022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E0845B-1C1F-6FB3-BC12-CA5917021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16E59-04E2-C497-ADA5-EC661AA57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8DE1-B2D8-4BF7-8EDE-A8BEB232856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153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41928-27C1-8304-0CF7-AB0798FA0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04251-1F99-EF73-A288-5AD9C0B7B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AFD6EE-67DA-9BE5-02E4-5EB58E226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8D617-0EC4-D8A3-5B17-41BD8DAB9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7623-E4BC-4D80-8832-DC2BA34D7676}" type="datetimeFigureOut">
              <a:rPr lang="en-GB" smtClean="0"/>
              <a:t>11/10/2022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6EEA6-93E9-B237-ED75-508CA38E4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6297F-BFDF-FD4C-54FF-B3B36D8D3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8DE1-B2D8-4BF7-8EDE-A8BEB232856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871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66CB0-F37E-9187-9391-D86012037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F656EE-64F5-02C5-D93D-AC5ADC989B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53A75-302C-E45A-9893-62D483CC5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4E288-DB36-A092-9E88-A2BFDBF40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7623-E4BC-4D80-8832-DC2BA34D7676}" type="datetimeFigureOut">
              <a:rPr lang="en-GB" smtClean="0"/>
              <a:t>11/10/2022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4693A-2E14-1CC6-E274-A0F03C47D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A1BBE-B5FA-4A68-84EE-695EF3C90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8DE1-B2D8-4BF7-8EDE-A8BEB232856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6732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60A32-F325-6C79-2766-0516E767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FCCE47-8E29-11D1-3F01-93F269748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03B92-A452-83AB-2C80-AB2725DA3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7623-E4BC-4D80-8832-DC2BA34D7676}" type="datetimeFigureOut">
              <a:rPr lang="en-GB" smtClean="0"/>
              <a:t>11/10/2022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151A8-E6E4-10FD-1EDA-1AEC235A0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CD786-023F-E573-249A-221952D3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8DE1-B2D8-4BF7-8EDE-A8BEB232856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676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72B6EC-FBF2-1AC8-2654-0CA1FBB9F0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BAF8A-8AF5-21F1-8C8F-D7EDB1C72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909D6-C070-9490-434B-36DEB066D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77623-E4BC-4D80-8832-DC2BA34D7676}" type="datetimeFigureOut">
              <a:rPr lang="en-GB" smtClean="0"/>
              <a:t>11/10/2022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02C80-7C79-80B6-1012-F4A48E8F0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BA8731-45B6-09F6-3B45-BE78E7BBC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58DE1-B2D8-4BF7-8EDE-A8BEB232856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524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9A3F4C-BC4B-2335-B52C-BE7F8D22A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670FA-55D2-19CF-E22C-5DC92E86E2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A3400-E0C9-80A2-6409-25E1D6DA7C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77623-E4BC-4D80-8832-DC2BA34D7676}" type="datetimeFigureOut">
              <a:rPr lang="en-GB" smtClean="0"/>
              <a:t>11/10/2022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B9D47-BCD3-A78E-C69C-CFE7F7E151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961CE-35E4-CF50-40DF-4B4235319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58DE1-B2D8-4BF7-8EDE-A8BEB2328562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1883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DDE9A2D-9254-2D80-A583-1DF1FD156FF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Google Shape;101;p1">
            <a:extLst>
              <a:ext uri="{FF2B5EF4-FFF2-40B4-BE49-F238E27FC236}">
                <a16:creationId xmlns:a16="http://schemas.microsoft.com/office/drawing/2014/main" id="{1B307E52-738C-1C2F-A534-0A3C8A2F26A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248150" y="752475"/>
            <a:ext cx="7077075" cy="1001316"/>
          </a:xfr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sv-SE" sz="3600" dirty="0">
                <a:latin typeface="Arial"/>
                <a:cs typeface="Arial"/>
              </a:rPr>
              <a:t>Emissions from the transport sector in Costa Rica: a reduction through electric vehicles</a:t>
            </a:r>
          </a:p>
        </p:txBody>
      </p:sp>
      <p:sp>
        <p:nvSpPr>
          <p:cNvPr id="4" name="Google Shape;102;p1">
            <a:extLst>
              <a:ext uri="{FF2B5EF4-FFF2-40B4-BE49-F238E27FC236}">
                <a16:creationId xmlns:a16="http://schemas.microsoft.com/office/drawing/2014/main" id="{A94BCEB9-3247-1191-EB03-B06909D4E632}"/>
              </a:ext>
            </a:extLst>
          </p:cNvPr>
          <p:cNvSpPr txBox="1"/>
          <p:nvPr/>
        </p:nvSpPr>
        <p:spPr>
          <a:xfrm>
            <a:off x="3484755" y="4005125"/>
            <a:ext cx="8828482" cy="196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spcAft>
                <a:spcPts val="1200"/>
              </a:spcAft>
              <a:buClr>
                <a:srgbClr val="000000"/>
              </a:buClr>
              <a:buSzPts val="2400"/>
            </a:pPr>
            <a:r>
              <a:rPr lang="sv-SE" sz="2400" b="1" dirty="0">
                <a:solidFill>
                  <a:srgbClr val="0C0C0C"/>
                </a:solidFill>
                <a:latin typeface="Arial"/>
                <a:ea typeface="Helvetica Neue"/>
                <a:cs typeface="Arial"/>
                <a:sym typeface="Helvetica Neue"/>
              </a:rPr>
              <a:t>Lucía Rodríguez Delgado (lucia.rodriguezdelgado@ucr.ac.cr)</a:t>
            </a:r>
            <a:endParaRPr lang="en-US" dirty="0">
              <a:solidFill>
                <a:srgbClr val="000000"/>
              </a:solidFill>
              <a:latin typeface="Arial"/>
              <a:ea typeface="Helvetica Neue"/>
              <a:cs typeface="Arial"/>
              <a:sym typeface="Helvetica Neue"/>
            </a:endParaRPr>
          </a:p>
          <a:p>
            <a:pPr algn="ctr">
              <a:spcAft>
                <a:spcPts val="1200"/>
              </a:spcAft>
              <a:buSzPts val="2400"/>
            </a:pPr>
            <a:r>
              <a:rPr lang="sv-SE" sz="2400" b="1" dirty="0">
                <a:solidFill>
                  <a:srgbClr val="0C0C0C"/>
                </a:solidFill>
                <a:latin typeface="Arial"/>
                <a:ea typeface="Helvetica Neue"/>
                <a:cs typeface="Arial"/>
                <a:sym typeface="Helvetica Neue"/>
              </a:rPr>
              <a:t>Susana Solórzano Jiménez (susana.solorzano@ucr.ac.cr) </a:t>
            </a:r>
            <a:endParaRPr dirty="0">
              <a:latin typeface="Arial"/>
              <a:cs typeface="Arial"/>
            </a:endParaRPr>
          </a:p>
          <a:p>
            <a:pPr lvl="0" algn="ctr">
              <a:buSzPts val="2400"/>
            </a:pPr>
            <a:r>
              <a:rPr lang="en-ZA" sz="2400" b="1" dirty="0">
                <a:latin typeface="Arial"/>
                <a:cs typeface="Arial"/>
              </a:rPr>
              <a:t>Energy Modelling Platform Latin America and The Caribbean (EMP-LAC)</a:t>
            </a:r>
          </a:p>
          <a:p>
            <a:pPr algn="ctr">
              <a:buSzPts val="2400"/>
            </a:pPr>
            <a:endParaRPr lang="en-ZA" sz="2400" b="1" dirty="0">
              <a:solidFill>
                <a:srgbClr val="000000"/>
              </a:solidFill>
              <a:latin typeface="Arial"/>
              <a:ea typeface="Helvetica Neue"/>
              <a:cs typeface="Arial"/>
              <a:sym typeface="Helvetica Neue"/>
            </a:endParaRPr>
          </a:p>
          <a:p>
            <a:pPr lvl="0" algn="ctr">
              <a:buSzPts val="2400"/>
            </a:pPr>
            <a:r>
              <a:rPr lang="sv-SE" sz="2000" b="0" i="0" u="none" strike="noStrike" cap="none" dirty="0">
                <a:solidFill>
                  <a:srgbClr val="0C0C0C"/>
                </a:solidFill>
                <a:latin typeface="Arial"/>
                <a:ea typeface="Helvetica Neue"/>
                <a:cs typeface="Arial"/>
                <a:sym typeface="Helvetica Neue"/>
              </a:rPr>
              <a:t>2022</a:t>
            </a:r>
            <a:endParaRPr lang="sv-SE" sz="2000" b="0" i="0" u="none" strike="noStrike" cap="none" dirty="0">
              <a:solidFill>
                <a:srgbClr val="0C0C0C"/>
              </a:solidFill>
              <a:latin typeface="Arial"/>
              <a:ea typeface="Helvetica Neue"/>
              <a:cs typeface="Arial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8C03A02C-8187-0EE8-CA7F-F7C984A3D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563" y="2074412"/>
            <a:ext cx="2743200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328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AEEB85B0-9A96-BF52-5C69-0D89B452FC8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678CC0-E7C9-9694-20B4-E05CCA74B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sv-SE" err="1">
                <a:latin typeface="Arial"/>
                <a:cs typeface="Arial"/>
              </a:rPr>
              <a:t>Outline</a:t>
            </a:r>
            <a:r>
              <a:rPr lang="sv-SE">
                <a:latin typeface="Arial"/>
                <a:cs typeface="Arial"/>
              </a:rPr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FF022-E90C-08F1-D805-B2F0EC93BA6C}"/>
              </a:ext>
            </a:extLst>
          </p:cNvPr>
          <p:cNvSpPr txBox="1">
            <a:spLocks/>
          </p:cNvSpPr>
          <p:nvPr/>
        </p:nvSpPr>
        <p:spPr>
          <a:xfrm>
            <a:off x="914400" y="1690688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sv-SE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v-SE" sz="2400" err="1">
                <a:latin typeface="Arial"/>
                <a:cs typeface="Arial"/>
              </a:rPr>
              <a:t>Context</a:t>
            </a:r>
            <a:r>
              <a:rPr lang="sv-SE" sz="2400">
                <a:latin typeface="Arial"/>
                <a:cs typeface="Arial"/>
              </a:rPr>
              <a:t>, </a:t>
            </a:r>
            <a:r>
              <a:rPr lang="sv-SE" sz="2400" err="1">
                <a:latin typeface="Arial"/>
                <a:cs typeface="Arial"/>
              </a:rPr>
              <a:t>challenges</a:t>
            </a:r>
            <a:r>
              <a:rPr lang="sv-SE" sz="2400">
                <a:latin typeface="Arial"/>
                <a:cs typeface="Arial"/>
              </a:rPr>
              <a:t> &amp; Research </a:t>
            </a:r>
            <a:r>
              <a:rPr lang="sv-SE" sz="2400" err="1">
                <a:latin typeface="Arial"/>
                <a:cs typeface="Arial"/>
              </a:rPr>
              <a:t>Question</a:t>
            </a:r>
            <a:endParaRPr lang="sv-SE" sz="2400">
              <a:latin typeface="Arial"/>
              <a:cs typeface="Arial"/>
            </a:endParaRPr>
          </a:p>
          <a:p>
            <a:r>
              <a:rPr lang="sv-SE" sz="2400">
                <a:latin typeface="Arial"/>
                <a:cs typeface="Arial"/>
              </a:rPr>
              <a:t>Costa </a:t>
            </a:r>
            <a:r>
              <a:rPr lang="sv-SE" sz="2400" err="1">
                <a:latin typeface="Arial"/>
                <a:cs typeface="Arial"/>
              </a:rPr>
              <a:t>Rica's</a:t>
            </a:r>
            <a:r>
              <a:rPr lang="sv-SE" sz="2400">
                <a:latin typeface="Arial"/>
                <a:cs typeface="Arial"/>
              </a:rPr>
              <a:t> </a:t>
            </a:r>
            <a:r>
              <a:rPr lang="sv-SE" sz="2400" err="1">
                <a:latin typeface="Arial"/>
                <a:cs typeface="Arial"/>
              </a:rPr>
              <a:t>Reference</a:t>
            </a:r>
            <a:r>
              <a:rPr lang="sv-SE" sz="2400">
                <a:latin typeface="Arial"/>
                <a:cs typeface="Arial"/>
              </a:rPr>
              <a:t> Energy System</a:t>
            </a:r>
          </a:p>
          <a:p>
            <a:r>
              <a:rPr lang="sv-SE" sz="2400">
                <a:latin typeface="Arial"/>
                <a:cs typeface="Arial"/>
              </a:rPr>
              <a:t>Scenarios</a:t>
            </a:r>
          </a:p>
          <a:p>
            <a:r>
              <a:rPr lang="sv-SE" sz="2400" err="1">
                <a:latin typeface="Arial"/>
                <a:cs typeface="Arial"/>
              </a:rPr>
              <a:t>Results</a:t>
            </a:r>
            <a:endParaRPr lang="sv-SE" sz="2400">
              <a:latin typeface="Arial"/>
              <a:cs typeface="Arial"/>
            </a:endParaRPr>
          </a:p>
          <a:p>
            <a:r>
              <a:rPr lang="sv-SE" sz="2400" err="1">
                <a:latin typeface="Arial"/>
                <a:cs typeface="Arial"/>
              </a:rPr>
              <a:t>Conclusions</a:t>
            </a:r>
            <a:r>
              <a:rPr lang="sv-SE" sz="2400">
                <a:latin typeface="Arial"/>
                <a:cs typeface="Arial"/>
              </a:rPr>
              <a:t>, Policy </a:t>
            </a:r>
            <a:r>
              <a:rPr lang="sv-SE" sz="2400" err="1">
                <a:latin typeface="Arial"/>
                <a:cs typeface="Arial"/>
              </a:rPr>
              <a:t>insights</a:t>
            </a:r>
            <a:r>
              <a:rPr lang="sv-SE" sz="2400">
                <a:latin typeface="Arial"/>
                <a:cs typeface="Arial"/>
              </a:rPr>
              <a:t>, &amp; </a:t>
            </a:r>
            <a:r>
              <a:rPr lang="sv-SE" sz="2400" err="1">
                <a:latin typeface="Arial"/>
                <a:cs typeface="Arial"/>
              </a:rPr>
              <a:t>Future</a:t>
            </a:r>
            <a:r>
              <a:rPr lang="sv-SE" sz="2400">
                <a:latin typeface="Arial"/>
                <a:cs typeface="Arial"/>
              </a:rPr>
              <a:t> </a:t>
            </a:r>
            <a:r>
              <a:rPr lang="sv-SE" sz="2400" err="1">
                <a:latin typeface="Arial"/>
                <a:cs typeface="Arial"/>
              </a:rPr>
              <a:t>Work</a:t>
            </a:r>
            <a:endParaRPr lang="sv-SE" sz="2400">
              <a:latin typeface="Arial"/>
              <a:cs typeface="Arial"/>
            </a:endParaRPr>
          </a:p>
          <a:p>
            <a:endParaRPr lang="en-GB"/>
          </a:p>
        </p:txBody>
      </p:sp>
      <p:pic>
        <p:nvPicPr>
          <p:cNvPr id="7" name="Picture 7" descr="Map&#10;&#10;Description automatically generated">
            <a:extLst>
              <a:ext uri="{FF2B5EF4-FFF2-40B4-BE49-F238E27FC236}">
                <a16:creationId xmlns:a16="http://schemas.microsoft.com/office/drawing/2014/main" id="{BF8DB8F3-B2D2-BF79-4052-031A092CD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489" y="1654121"/>
            <a:ext cx="4745918" cy="448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69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8D09522-41D6-3D66-B1C6-D228F71A2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sv-SE">
                <a:latin typeface="Arial" panose="020B0604020202020204" pitchFamily="34" charset="0"/>
                <a:cs typeface="Arial" panose="020B0604020202020204" pitchFamily="34" charset="0"/>
              </a:rPr>
              <a:t>Context, Challenges, and Main Findings</a:t>
            </a:r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FB476AA-E9CA-09DC-2B86-803D1173E4AD}"/>
              </a:ext>
            </a:extLst>
          </p:cNvPr>
          <p:cNvSpPr txBox="1">
            <a:spLocks/>
          </p:cNvSpPr>
          <p:nvPr/>
        </p:nvSpPr>
        <p:spPr>
          <a:xfrm>
            <a:off x="943583" y="1825460"/>
            <a:ext cx="4377447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>
                <a:latin typeface="Arial"/>
                <a:cs typeface="Arial"/>
              </a:rPr>
              <a:t>Costa Rica’s </a:t>
            </a:r>
            <a:r>
              <a:rPr lang="en-US" sz="2400" b="1" dirty="0">
                <a:latin typeface="Arial"/>
                <a:cs typeface="Arial"/>
              </a:rPr>
              <a:t>electrical matrix</a:t>
            </a:r>
            <a:r>
              <a:rPr lang="en-US" sz="2400" dirty="0">
                <a:latin typeface="Arial"/>
                <a:cs typeface="Arial"/>
              </a:rPr>
              <a:t> is about a </a:t>
            </a:r>
            <a:r>
              <a:rPr lang="en-US" sz="2400" b="1" dirty="0">
                <a:latin typeface="Arial"/>
                <a:cs typeface="Arial"/>
              </a:rPr>
              <a:t>100% renewable</a:t>
            </a:r>
            <a:r>
              <a:rPr lang="en-US" sz="2400" dirty="0">
                <a:latin typeface="Arial"/>
                <a:cs typeface="Arial"/>
              </a:rPr>
              <a:t>.</a:t>
            </a:r>
          </a:p>
          <a:p>
            <a:pPr algn="just"/>
            <a:r>
              <a:rPr lang="en-US" sz="2400" dirty="0">
                <a:latin typeface="Arial"/>
                <a:cs typeface="Arial"/>
              </a:rPr>
              <a:t>The transport sector is responsible for </a:t>
            </a:r>
            <a:r>
              <a:rPr lang="en-US" sz="2400" b="1" dirty="0">
                <a:latin typeface="Calibri"/>
                <a:cs typeface="Calibri"/>
              </a:rPr>
              <a:t>78% </a:t>
            </a:r>
            <a:r>
              <a:rPr lang="en-US" sz="2400" dirty="0">
                <a:latin typeface="Calibri"/>
                <a:cs typeface="Calibri"/>
              </a:rPr>
              <a:t>of the </a:t>
            </a:r>
            <a:r>
              <a:rPr lang="en-US" sz="2400" b="1" dirty="0">
                <a:latin typeface="Calibri"/>
                <a:cs typeface="Calibri"/>
              </a:rPr>
              <a:t>fossil fuels</a:t>
            </a:r>
            <a:r>
              <a:rPr lang="en-US" sz="2400" dirty="0">
                <a:latin typeface="Calibri"/>
                <a:cs typeface="Calibri"/>
              </a:rPr>
              <a:t> used in Costa Rica, and  over </a:t>
            </a:r>
            <a:r>
              <a:rPr lang="en-US" sz="2400" b="1" dirty="0">
                <a:latin typeface="Calibri"/>
                <a:cs typeface="Calibri"/>
              </a:rPr>
              <a:t>40 % </a:t>
            </a:r>
            <a:r>
              <a:rPr lang="en-US" sz="2400" dirty="0">
                <a:latin typeface="Calibri"/>
                <a:cs typeface="Calibri"/>
              </a:rPr>
              <a:t>of the country's total</a:t>
            </a:r>
            <a:r>
              <a:rPr lang="en-US" sz="2400" b="1" dirty="0">
                <a:latin typeface="Calibri"/>
                <a:cs typeface="Calibri"/>
              </a:rPr>
              <a:t> greenhouse gas emissions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lang="en-US" sz="2400" dirty="0">
              <a:ea typeface="+mn-lt"/>
              <a:cs typeface="+mn-lt"/>
            </a:endParaRPr>
          </a:p>
          <a:p>
            <a:pPr algn="just"/>
            <a:endParaRPr lang="en-US" sz="2400" b="1" dirty="0">
              <a:latin typeface="Calibri"/>
              <a:cs typeface="Calibri"/>
            </a:endParaRPr>
          </a:p>
          <a:p>
            <a:pPr algn="just"/>
            <a:r>
              <a:rPr lang="en-US" sz="2400" dirty="0">
                <a:latin typeface="Arial"/>
                <a:cs typeface="Arial"/>
              </a:rPr>
              <a:t>Replacing fossil fuels, such as diesel and gasoline, in the transport sector with electricity and EV will reduce the total GHG emissions?</a:t>
            </a:r>
          </a:p>
          <a:p>
            <a:pPr marL="0" indent="0" algn="just">
              <a:buNone/>
            </a:pPr>
            <a:endParaRPr lang="en-US" dirty="0">
              <a:ea typeface="+mn-lt"/>
              <a:cs typeface="+mn-lt"/>
            </a:endParaRPr>
          </a:p>
          <a:p>
            <a:pPr algn="just"/>
            <a:endParaRPr lang="en-US" dirty="0">
              <a:cs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E696DF5-EE53-FA9B-5A23-4CF577C67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4269" y="1825460"/>
            <a:ext cx="5718485" cy="3971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173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5BA63-00F2-4D24-E767-80DC0E98A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>
                <a:latin typeface="Arial" panose="020B0604020202020204" pitchFamily="34" charset="0"/>
                <a:cs typeface="Arial" panose="020B0604020202020204" pitchFamily="34" charset="0"/>
              </a:rPr>
              <a:t>Scenarios</a:t>
            </a:r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Google Shape;143;p9">
            <a:extLst>
              <a:ext uri="{FF2B5EF4-FFF2-40B4-BE49-F238E27FC236}">
                <a16:creationId xmlns:a16="http://schemas.microsoft.com/office/drawing/2014/main" id="{5F99D838-DEE2-4EF8-7115-C5608306C8C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sv-SE" sz="2000">
                <a:latin typeface="Arial"/>
                <a:cs typeface="Arial"/>
              </a:rPr>
              <a:t>Using the OSEMOSYS the following scenarios were investigated:</a:t>
            </a: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sv-SE" sz="2000">
              <a:latin typeface="Helvetica" pitchFamily="2" charset="0"/>
            </a:endParaRPr>
          </a:p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GB" sz="1800" b="1" i="0" u="none" strike="noStrike">
                <a:solidFill>
                  <a:srgbClr val="FFFFFF"/>
                </a:solidFill>
                <a:effectLst/>
                <a:latin typeface="Arial"/>
                <a:ea typeface="Arial" panose="020B0604020202020204" pitchFamily="34" charset="0"/>
                <a:cs typeface="Arial"/>
              </a:rPr>
              <a:t>Scenario Label</a:t>
            </a:r>
            <a:endParaRPr lang="en-GB" sz="1800" b="0" i="0" u="none" strike="noStrike">
              <a:effectLst/>
              <a:latin typeface="Arial"/>
              <a:cs typeface="Arial"/>
            </a:endParaRPr>
          </a:p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GB" sz="1800" b="1" i="0" u="none" strike="noStrike">
                <a:solidFill>
                  <a:srgbClr val="FFFFFF"/>
                </a:solidFill>
                <a:effectLst/>
                <a:latin typeface="Arial"/>
                <a:ea typeface="Arial" panose="020B0604020202020204" pitchFamily="34" charset="0"/>
                <a:cs typeface="Arial"/>
              </a:rPr>
              <a:t>Scenario Description</a:t>
            </a:r>
            <a:endParaRPr lang="en-GB" sz="1800" b="0" i="0" u="none" strike="noStrike">
              <a:effectLst/>
              <a:latin typeface="Arial"/>
              <a:cs typeface="Arial"/>
            </a:endParaRPr>
          </a:p>
          <a:p>
            <a:pPr marL="0" marR="0" indent="0" algn="l" rtl="0" fontAlgn="t">
              <a:spcBef>
                <a:spcPts val="0"/>
              </a:spcBef>
              <a:spcAft>
                <a:spcPts val="0"/>
              </a:spcAft>
            </a:pPr>
            <a:r>
              <a:rPr lang="en-GB" sz="1800" b="1" i="0" u="none" strike="noStrike">
                <a:solidFill>
                  <a:srgbClr val="FFFFFF"/>
                </a:solidFill>
                <a:effectLst/>
                <a:latin typeface="Arial"/>
                <a:ea typeface="Arial" panose="020B0604020202020204" pitchFamily="34" charset="0"/>
                <a:cs typeface="Arial"/>
              </a:rPr>
              <a:t>Key Assumptions</a:t>
            </a:r>
            <a:endParaRPr lang="en-GB" sz="1800" b="0" i="0" u="none" strike="noStrike">
              <a:effectLst/>
              <a:latin typeface="Arial"/>
              <a:cs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sv-SE" sz="2000">
              <a:latin typeface="Helvetica" pitchFamily="2" charset="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sv-SE" sz="2000">
              <a:latin typeface="Helvetica" pitchFamily="2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2C8A5D-8AB4-3376-DA20-E1F49707D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867560"/>
              </p:ext>
            </p:extLst>
          </p:nvPr>
        </p:nvGraphicFramePr>
        <p:xfrm>
          <a:off x="770860" y="2179674"/>
          <a:ext cx="10360600" cy="3830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545">
                  <a:extLst>
                    <a:ext uri="{9D8B030D-6E8A-4147-A177-3AD203B41FA5}">
                      <a16:colId xmlns:a16="http://schemas.microsoft.com/office/drawing/2014/main" val="377071195"/>
                    </a:ext>
                  </a:extLst>
                </a:gridCol>
                <a:gridCol w="2796362">
                  <a:extLst>
                    <a:ext uri="{9D8B030D-6E8A-4147-A177-3AD203B41FA5}">
                      <a16:colId xmlns:a16="http://schemas.microsoft.com/office/drawing/2014/main" val="3530486607"/>
                    </a:ext>
                  </a:extLst>
                </a:gridCol>
                <a:gridCol w="6451693">
                  <a:extLst>
                    <a:ext uri="{9D8B030D-6E8A-4147-A177-3AD203B41FA5}">
                      <a16:colId xmlns:a16="http://schemas.microsoft.com/office/drawing/2014/main" val="348078336"/>
                    </a:ext>
                  </a:extLst>
                </a:gridCol>
              </a:tblGrid>
              <a:tr h="66852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effectLst/>
                          <a:latin typeface="Arial"/>
                          <a:cs typeface="Arial"/>
                        </a:rPr>
                        <a:t>Scenario Label</a:t>
                      </a:r>
                    </a:p>
                  </a:txBody>
                  <a:tcPr marL="9525" marR="9525" marT="9525" anchor="ctr">
                    <a:solidFill>
                      <a:srgbClr val="ED324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effectLst/>
                          <a:latin typeface="Arial"/>
                          <a:cs typeface="Arial"/>
                        </a:rPr>
                        <a:t>Scenario Description</a:t>
                      </a:r>
                      <a:endParaRPr lang="en-US" sz="1400" b="1">
                        <a:effectLst/>
                        <a:latin typeface="Arial"/>
                        <a:cs typeface="Arial"/>
                      </a:endParaRPr>
                    </a:p>
                  </a:txBody>
                  <a:tcPr marL="9525" marR="9525" marT="9525" anchor="ctr">
                    <a:solidFill>
                      <a:srgbClr val="ED3245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effectLst/>
                          <a:latin typeface="Arial"/>
                          <a:cs typeface="Arial"/>
                        </a:rPr>
                        <a:t>Key Assumptions</a:t>
                      </a:r>
                    </a:p>
                  </a:txBody>
                  <a:tcPr marL="9525" marR="9525" marT="9525" anchor="ctr">
                    <a:solidFill>
                      <a:srgbClr val="ED3245">
                        <a:alpha val="52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614111"/>
                  </a:ext>
                </a:extLst>
              </a:tr>
              <a:tr h="6685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effectLst/>
                          <a:latin typeface="Arial"/>
                          <a:cs typeface="Arial"/>
                        </a:rPr>
                        <a:t>BAU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 this scenario the use of fossil fuels (diesel and gasoline) will continue to be used as the primary fuel in the transport sector.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electric fleet will not increase (around 3000 electric vehicles). The demand shall be met with fossil fuel technologies.</a:t>
                      </a:r>
                    </a:p>
                    <a:p>
                      <a:pPr lvl="0" algn="ctr">
                        <a:buNone/>
                      </a:pPr>
                      <a:endParaRPr lang="en-US" sz="1400">
                        <a:effectLst/>
                        <a:latin typeface="Arial"/>
                        <a:cs typeface="Arial"/>
                      </a:endParaRP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1245249542"/>
                  </a:ext>
                </a:extLst>
              </a:tr>
              <a:tr h="12759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effectLst/>
                          <a:latin typeface="Arial"/>
                          <a:cs typeface="Arial"/>
                        </a:rPr>
                        <a:t>DECARB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Replace 8 % of the public and private transport sector fleet with EV by 2030.</a:t>
                      </a:r>
                      <a:endParaRPr 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electric fleet will achieve 8% of the total transport sector by 2030.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Projections in demand and vehicular fleet will follow the trend of growth from the past 10 years.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Costa Rica’s electrical matrix will be modelled as 100% renewable.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3423275511"/>
                  </a:ext>
                </a:extLst>
              </a:tr>
              <a:tr h="97707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effectLst/>
                          <a:latin typeface="Arial"/>
                        </a:rPr>
                        <a:t>Net_zero_2050</a:t>
                      </a:r>
                      <a:endParaRPr lang="en-US" sz="140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>
                          <a:effectLst/>
                          <a:latin typeface="Arial"/>
                          <a:cs typeface="Arial"/>
                        </a:rPr>
                        <a:t>Net zero by 2050 in the transport sector</a:t>
                      </a:r>
                    </a:p>
                  </a:txBody>
                  <a:tcPr marL="9525" marR="9525" marT="952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 zero by 2050 in the transport sector, according to the Costa Rican NDC.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Projections in demand and vehicular fleet will follow the trend of growth from the past 10 years.</a:t>
                      </a:r>
                    </a:p>
                  </a:txBody>
                  <a:tcPr marL="9525" marR="9525" marT="9525" anchor="ctr"/>
                </a:tc>
                <a:extLst>
                  <a:ext uri="{0D108BD9-81ED-4DB2-BD59-A6C34878D82A}">
                    <a16:rowId xmlns:a16="http://schemas.microsoft.com/office/drawing/2014/main" val="605264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5714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221EB-99A4-DF2D-1E73-38CB862DB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7F30FB2-8DD6-0D9D-9301-5C37C81D3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lang="sv-SE" sz="2400" dirty="0">
                <a:latin typeface="Arial" panose="020B0604020202020204" pitchFamily="34" charset="0"/>
                <a:cs typeface="Arial" panose="020B0604020202020204" pitchFamily="34" charset="0"/>
              </a:rPr>
              <a:t>Present graphs (or tables) that clearly show the differences between your scenarios (side by side, so audience can see the differences or on a combined graph).  Be clear on the purpose of the figures you present and how they support your recommendations and conclusions.  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lang="sv-SE" sz="2400" dirty="0">
                <a:latin typeface="Arial" panose="020B0604020202020204" pitchFamily="34" charset="0"/>
                <a:cs typeface="Arial" panose="020B0604020202020204" pitchFamily="34" charset="0"/>
              </a:rPr>
              <a:t>For all figures and/or tables make sure the font is large enough for your audience to read...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lang="sv-SE" sz="2400" dirty="0">
                <a:latin typeface="Arial" panose="020B0604020202020204" pitchFamily="34" charset="0"/>
                <a:cs typeface="Arial" panose="020B0604020202020204" pitchFamily="34" charset="0"/>
              </a:rPr>
              <a:t>Maximum 2 slides for different aspects/results/comparisons across your scenarios. Bear in mind you only have 5 minutes to present, so you may need to be selective about which results you show.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lang="sv-SE" sz="2400" dirty="0">
                <a:latin typeface="Arial" panose="020B0604020202020204" pitchFamily="34" charset="0"/>
                <a:cs typeface="Arial" panose="020B0604020202020204" pitchFamily="34" charset="0"/>
              </a:rPr>
              <a:t>Think about the aim of your study and how the results you present address this question, and how the results you present support your conclusions and recommendations.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lang="sv-SE" sz="2400" dirty="0">
                <a:latin typeface="Arial" panose="020B0604020202020204" pitchFamily="34" charset="0"/>
                <a:cs typeface="Arial" panose="020B0604020202020204" pitchFamily="34" charset="0"/>
              </a:rPr>
              <a:t>Include a </a:t>
            </a:r>
            <a:r>
              <a:rPr lang="sv-SE" sz="2400" b="1" dirty="0">
                <a:latin typeface="Arial" panose="020B0604020202020204" pitchFamily="34" charset="0"/>
                <a:cs typeface="Arial" panose="020B0604020202020204" pitchFamily="34" charset="0"/>
              </a:rPr>
              <a:t>cost-benefit analysis:</a:t>
            </a:r>
            <a:r>
              <a:rPr lang="sv-SE" sz="2400" dirty="0">
                <a:latin typeface="Arial" panose="020B0604020202020204" pitchFamily="34" charset="0"/>
                <a:cs typeface="Arial" panose="020B0604020202020204" pitchFamily="34" charset="0"/>
              </a:rPr>
              <a:t> One slide which presents a figure of the costs (or cost differences) associated with each scenario, and the system benefits this will provide. </a:t>
            </a:r>
            <a:br>
              <a:rPr lang="sv-S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v-SE" sz="2400" dirty="0">
                <a:latin typeface="Arial" panose="020B0604020202020204" pitchFamily="34" charset="0"/>
                <a:cs typeface="Arial" panose="020B0604020202020204" pitchFamily="34" charset="0"/>
              </a:rPr>
              <a:t>Example – the tradeoff between reducing CO2 and the cost of abatement.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8767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221EB-99A4-DF2D-1E73-38CB862DB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00"/>
            <a:ext cx="10515600" cy="1325563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7294155-DBF0-0E7F-A1DB-6CE76D8C9E91}"/>
              </a:ext>
            </a:extLst>
          </p:cNvPr>
          <p:cNvSpPr txBox="1">
            <a:spLocks/>
          </p:cNvSpPr>
          <p:nvPr/>
        </p:nvSpPr>
        <p:spPr>
          <a:xfrm rot="16200000">
            <a:off x="-801159" y="2177205"/>
            <a:ext cx="2451966" cy="526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BAU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976FF54-CAC2-3B28-F186-E45AE7F632C4}"/>
              </a:ext>
            </a:extLst>
          </p:cNvPr>
          <p:cNvSpPr txBox="1">
            <a:spLocks/>
          </p:cNvSpPr>
          <p:nvPr/>
        </p:nvSpPr>
        <p:spPr>
          <a:xfrm rot="16200000">
            <a:off x="-820950" y="4864585"/>
            <a:ext cx="2491546" cy="526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Decarbonization | Net Zero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41A970A1-4968-4F90-4CFA-4C358D6E6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498" y="4176299"/>
            <a:ext cx="3295543" cy="206313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3EA8469D-B863-C987-F017-2EFC7ACC18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25"/>
          <a:stretch/>
        </p:blipFill>
        <p:spPr>
          <a:xfrm>
            <a:off x="8751040" y="1564218"/>
            <a:ext cx="3292002" cy="2047875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685DC310-C6E3-2D05-73E4-24E37DFB7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392" y="1218739"/>
            <a:ext cx="4148665" cy="2447942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90C8B75A-0F6B-37A0-5981-ED597B0ED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850" y="3880125"/>
            <a:ext cx="4148664" cy="2399900"/>
          </a:xfrm>
          <a:prstGeom prst="rect">
            <a:avLst/>
          </a:prstGeom>
        </p:spPr>
      </p:pic>
      <p:pic>
        <p:nvPicPr>
          <p:cNvPr id="1024" name="Imagen 1023">
            <a:extLst>
              <a:ext uri="{FF2B5EF4-FFF2-40B4-BE49-F238E27FC236}">
                <a16:creationId xmlns:a16="http://schemas.microsoft.com/office/drawing/2014/main" id="{330B4DFA-7F79-17EA-E67D-A21B2E684E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315" y="3918208"/>
            <a:ext cx="3832447" cy="2383649"/>
          </a:xfrm>
          <a:prstGeom prst="rect">
            <a:avLst/>
          </a:prstGeom>
        </p:spPr>
      </p:pic>
      <p:pic>
        <p:nvPicPr>
          <p:cNvPr id="1032" name="Imagen 1031">
            <a:extLst>
              <a:ext uri="{FF2B5EF4-FFF2-40B4-BE49-F238E27FC236}">
                <a16:creationId xmlns:a16="http://schemas.microsoft.com/office/drawing/2014/main" id="{9EFDEAFB-0887-02EA-AF86-96E15352FC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401" y="1274684"/>
            <a:ext cx="3825362" cy="242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914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1BEF45-E003-C143-B39C-F5C3F283B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 err="1"/>
              <a:t>Results</a:t>
            </a:r>
            <a:endParaRPr lang="es-C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4226FA8-2248-1746-E698-2A735682A844}"/>
              </a:ext>
            </a:extLst>
          </p:cNvPr>
          <p:cNvSpPr txBox="1"/>
          <p:nvPr/>
        </p:nvSpPr>
        <p:spPr>
          <a:xfrm>
            <a:off x="838200" y="4479693"/>
            <a:ext cx="10515600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R" sz="2800" dirty="0" err="1"/>
              <a:t>The</a:t>
            </a:r>
            <a:r>
              <a:rPr lang="es-CR" sz="2800" dirty="0"/>
              <a:t> total </a:t>
            </a:r>
            <a:r>
              <a:rPr lang="es-CR" sz="2800" dirty="0" err="1"/>
              <a:t>costs</a:t>
            </a:r>
            <a:r>
              <a:rPr lang="es-CR" sz="2800" dirty="0"/>
              <a:t> </a:t>
            </a:r>
            <a:r>
              <a:rPr lang="es-CR" sz="2800" dirty="0" err="1"/>
              <a:t>for</a:t>
            </a:r>
            <a:r>
              <a:rPr lang="es-CR" sz="2800" dirty="0"/>
              <a:t> </a:t>
            </a:r>
            <a:r>
              <a:rPr lang="es-CR" sz="2800" dirty="0" err="1"/>
              <a:t>the</a:t>
            </a:r>
            <a:r>
              <a:rPr lang="es-CR" sz="2800" dirty="0"/>
              <a:t> BAU </a:t>
            </a:r>
            <a:r>
              <a:rPr lang="es-CR" sz="2800" dirty="0" err="1"/>
              <a:t>scenario</a:t>
            </a:r>
            <a:r>
              <a:rPr lang="es-CR" sz="2800" dirty="0"/>
              <a:t> are $ 38 741 M </a:t>
            </a:r>
            <a:r>
              <a:rPr lang="es-CR" sz="2800" dirty="0" err="1"/>
              <a:t>for</a:t>
            </a:r>
            <a:r>
              <a:rPr lang="es-CR" sz="2800" dirty="0"/>
              <a:t> 2030. </a:t>
            </a:r>
            <a:r>
              <a:rPr lang="es-CR" sz="2800" dirty="0" err="1"/>
              <a:t>The</a:t>
            </a:r>
            <a:r>
              <a:rPr lang="es-CR" sz="2800" dirty="0"/>
              <a:t> total </a:t>
            </a:r>
            <a:r>
              <a:rPr lang="es-CR" sz="2800" dirty="0" err="1"/>
              <a:t>costs</a:t>
            </a:r>
            <a:r>
              <a:rPr lang="es-CR" sz="2800" dirty="0"/>
              <a:t> </a:t>
            </a:r>
            <a:r>
              <a:rPr lang="es-CR" sz="2800" dirty="0" err="1"/>
              <a:t>for</a:t>
            </a:r>
            <a:r>
              <a:rPr lang="es-CR" sz="2800" dirty="0"/>
              <a:t> </a:t>
            </a:r>
            <a:r>
              <a:rPr lang="es-CR" sz="2800" dirty="0" err="1"/>
              <a:t>the</a:t>
            </a:r>
            <a:r>
              <a:rPr lang="es-CR" sz="2800" dirty="0"/>
              <a:t> </a:t>
            </a:r>
            <a:r>
              <a:rPr lang="es-CR" sz="2800" dirty="0" err="1"/>
              <a:t>decarbonization</a:t>
            </a:r>
            <a:r>
              <a:rPr lang="es-CR" sz="2800" dirty="0"/>
              <a:t> </a:t>
            </a:r>
            <a:r>
              <a:rPr lang="es-CR" sz="2800" dirty="0" err="1"/>
              <a:t>scenario</a:t>
            </a:r>
            <a:r>
              <a:rPr lang="es-CR" sz="2800" dirty="0"/>
              <a:t> are $ 31 867 M </a:t>
            </a:r>
            <a:r>
              <a:rPr lang="es-CR" sz="2800" dirty="0" err="1"/>
              <a:t>for</a:t>
            </a:r>
            <a:r>
              <a:rPr lang="es-CR" sz="2800" dirty="0"/>
              <a:t> 2030.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s-CR" sz="2800" dirty="0" err="1"/>
              <a:t>To</a:t>
            </a:r>
            <a:r>
              <a:rPr lang="es-CR" sz="2800" dirty="0"/>
              <a:t> </a:t>
            </a:r>
            <a:r>
              <a:rPr lang="es-CR" sz="2800" dirty="0" err="1"/>
              <a:t>achive</a:t>
            </a:r>
            <a:r>
              <a:rPr lang="es-CR" sz="2800" dirty="0"/>
              <a:t> a net </a:t>
            </a:r>
            <a:r>
              <a:rPr lang="es-CR" sz="2800" dirty="0" err="1"/>
              <a:t>zero</a:t>
            </a:r>
            <a:r>
              <a:rPr lang="es-CR" sz="2800" dirty="0"/>
              <a:t> </a:t>
            </a:r>
            <a:r>
              <a:rPr lang="es-CR" sz="2800" dirty="0" err="1"/>
              <a:t>by</a:t>
            </a:r>
            <a:r>
              <a:rPr lang="es-CR" sz="2800" dirty="0"/>
              <a:t> 2050 </a:t>
            </a:r>
            <a:r>
              <a:rPr lang="es-CR" sz="2800" dirty="0" err="1"/>
              <a:t>the</a:t>
            </a:r>
            <a:r>
              <a:rPr lang="es-CR" sz="2800" dirty="0"/>
              <a:t> total </a:t>
            </a:r>
            <a:r>
              <a:rPr lang="es-CR" sz="2800" dirty="0" err="1"/>
              <a:t>costs</a:t>
            </a:r>
            <a:r>
              <a:rPr lang="es-CR" sz="2800" dirty="0"/>
              <a:t> </a:t>
            </a:r>
            <a:r>
              <a:rPr lang="es-CR" sz="2800" dirty="0" err="1"/>
              <a:t>will</a:t>
            </a:r>
            <a:r>
              <a:rPr lang="es-CR" sz="2800" dirty="0"/>
              <a:t> be $ 64 920 M.</a:t>
            </a:r>
            <a:endParaRPr lang="es-CR" sz="24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42E97F7-C821-FC94-45A9-D1124DD96648}"/>
              </a:ext>
            </a:extLst>
          </p:cNvPr>
          <p:cNvSpPr txBox="1">
            <a:spLocks/>
          </p:cNvSpPr>
          <p:nvPr/>
        </p:nvSpPr>
        <p:spPr>
          <a:xfrm rot="16200000">
            <a:off x="-769681" y="2771582"/>
            <a:ext cx="2688775" cy="526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Variable Operational Costs (M$)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00E3242-3A04-686B-41FC-2EF7218811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9"/>
          <a:stretch/>
        </p:blipFill>
        <p:spPr>
          <a:xfrm>
            <a:off x="971826" y="1771583"/>
            <a:ext cx="5085742" cy="262721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7CEF704-8F27-27CC-FBB8-DD236F5474E2}"/>
              </a:ext>
            </a:extLst>
          </p:cNvPr>
          <p:cNvSpPr txBox="1">
            <a:spLocks/>
          </p:cNvSpPr>
          <p:nvPr/>
        </p:nvSpPr>
        <p:spPr>
          <a:xfrm>
            <a:off x="2260334" y="1249234"/>
            <a:ext cx="2451966" cy="526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BAU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3F7BAF7-DB3F-3A04-9AAE-9EEB61A4864B}"/>
              </a:ext>
            </a:extLst>
          </p:cNvPr>
          <p:cNvSpPr txBox="1">
            <a:spLocks/>
          </p:cNvSpPr>
          <p:nvPr/>
        </p:nvSpPr>
        <p:spPr>
          <a:xfrm>
            <a:off x="6134434" y="1163700"/>
            <a:ext cx="5219365" cy="5269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Decarbonization | Net Zero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2ED70E9-8779-502D-CDA1-21BD8E1D4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568" y="1756618"/>
            <a:ext cx="5985488" cy="255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571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CA6AD-3794-FADD-BA90-D245AA05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Conclusion and Policy Insights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1EB80CC-C018-E35F-5B40-DBE2D18DD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 algn="just" rtl="0" fontAlgn="base">
              <a:buNone/>
            </a:pPr>
            <a:r>
              <a:rPr lang="en-GB" sz="1600" b="1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Conclusions: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By fulfilling the NDC for transport sector, Costa Rica can achieve ~50 % reduction in the emissions of this sector.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There is a 32 % increment in the electricity generation to achieve the net zero scenario and 5 % for the NDC scenario in comparison with the BAU.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There is a ~50 % reduction in the total costs by fulfilling the NDC commitment in the transport sector.  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endParaRPr lang="en-GB" sz="1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just" rtl="0" fontAlgn="base">
              <a:buNone/>
            </a:pPr>
            <a:r>
              <a:rPr lang="en-GB" sz="1600" b="1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Policy insights: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 recommended route to decarbonise the transport sector is a slow progression into EV up to 2030, then to promote a faster transition from 2030 onwards. 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It is recommended to invest in solar technologies, since it is the most cost beneficial one.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endParaRPr lang="en-GB" sz="1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 algn="just" rtl="0" fontAlgn="base">
              <a:buNone/>
            </a:pPr>
            <a:r>
              <a:rPr lang="en-GB" sz="1600" b="1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Future work: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algn="just" rtl="0" fontAlgn="base">
              <a:buFont typeface="Arial" panose="020B0604020202020204" pitchFamily="34" charset="0"/>
              <a:buChar char="•"/>
            </a:pP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It is recommended to study a decarbonization of the sector by using hydrogen </a:t>
            </a:r>
            <a:r>
              <a:rPr lang="en-GB" sz="16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impulsed</a:t>
            </a:r>
            <a:r>
              <a:rPr lang="en-GB" sz="16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vehicles.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1756265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360DE9767CDF0449BF75EAB371D3CB7" ma:contentTypeVersion="2" ma:contentTypeDescription="Crear nuevo documento." ma:contentTypeScope="" ma:versionID="2111ab892b34a73477840bdbcb201f16">
  <xsd:schema xmlns:xsd="http://www.w3.org/2001/XMLSchema" xmlns:xs="http://www.w3.org/2001/XMLSchema" xmlns:p="http://schemas.microsoft.com/office/2006/metadata/properties" xmlns:ns2="a1fcbaaf-06d9-47c4-b3a2-beefbc45d784" targetNamespace="http://schemas.microsoft.com/office/2006/metadata/properties" ma:root="true" ma:fieldsID="950cae4fa35862682b80f54246a799e5" ns2:_="">
    <xsd:import namespace="a1fcbaaf-06d9-47c4-b3a2-beefbc45d78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cbaaf-06d9-47c4-b3a2-beefbc45d78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2EF4846-DBBE-400D-864E-567525802150}">
  <ds:schemaRefs>
    <ds:schemaRef ds:uri="a1fcbaaf-06d9-47c4-b3a2-beefbc45d78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FDD53BA-A62F-4083-81AF-70033D9296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089A46-F712-4D81-A5CB-52B5083EEE5C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a1fcbaaf-06d9-47c4-b3a2-beefbc45d784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</Words>
  <Application>Microsoft Office PowerPoint</Application>
  <PresentationFormat>Panorámica</PresentationFormat>
  <Paragraphs>68</Paragraphs>
  <Slides>8</Slides>
  <Notes>1</Notes>
  <HiddenSlides>2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Helvetica</vt:lpstr>
      <vt:lpstr>Office Theme</vt:lpstr>
      <vt:lpstr>Emissions from the transport sector in Costa Rica: a reduction through electric vehicles</vt:lpstr>
      <vt:lpstr>Outline </vt:lpstr>
      <vt:lpstr>Context, Challenges, and Main Findings</vt:lpstr>
      <vt:lpstr>Scenarios</vt:lpstr>
      <vt:lpstr>Results</vt:lpstr>
      <vt:lpstr>Results</vt:lpstr>
      <vt:lpstr>Results</vt:lpstr>
      <vt:lpstr>Conclusion and Policy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Rosie McGrane</dc:creator>
  <cp:lastModifiedBy>Lucía  Rodríguez Delgado</cp:lastModifiedBy>
  <cp:revision>1</cp:revision>
  <dcterms:created xsi:type="dcterms:W3CDTF">2022-08-22T14:02:00Z</dcterms:created>
  <dcterms:modified xsi:type="dcterms:W3CDTF">2022-10-12T15:52:28Z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0x0101000360DE9767CDF0449BF75EAB371D3CB7</vt:lpwstr>
  </property>
</Properties>
</file>